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f2aeeaa05e418e" /><Relationship Type="http://schemas.openxmlformats.org/officeDocument/2006/relationships/extended-properties" Target="/docProps/app.xml" Id="R691c67699cd84f8a" /><Relationship Type="http://schemas.openxmlformats.org/officeDocument/2006/relationships/officeDocument" Target="/ppt/presentation.xml" Id="R034f0fa44b234388" /></Relationships>
</file>

<file path=ppt/presentation.xml><?xml version="1.0" encoding="utf-8"?>
<p:presentation xmlns:p="http://schemas.openxmlformats.org/presentationml/2006/main">
  <p:sldMasterIdLst>
    <p:sldMasterId xmlns:r="http://schemas.openxmlformats.org/officeDocument/2006/relationships" id="2147483648" r:id="R15f9f3e6822f4e81"/>
  </p:sldMasterIdLst>
  <p:notesMasterIdLst>
    <p:notesMasterId xmlns:r="http://schemas.openxmlformats.org/officeDocument/2006/relationships" r:id="Re04b2aae721d432e"/>
  </p:notesMasterIdLst>
  <p:sldIdLst>
    <p:sldId xmlns:r="http://schemas.openxmlformats.org/officeDocument/2006/relationships" id="256" r:id="R3e52da1cdc144ec2"/>
    <p:sldId xmlns:r="http://schemas.openxmlformats.org/officeDocument/2006/relationships" id="257" r:id="R44c6eaab4e7140b0"/>
    <p:sldId xmlns:r="http://schemas.openxmlformats.org/officeDocument/2006/relationships" id="258" r:id="R6fb2c1aa523e4b80"/>
    <p:sldId xmlns:r="http://schemas.openxmlformats.org/officeDocument/2006/relationships" id="259" r:id="R0d179bc821b94a1d"/>
    <p:sldId xmlns:r="http://schemas.openxmlformats.org/officeDocument/2006/relationships" id="260" r:id="Rfdb8c1189e7b454b"/>
    <p:sldId xmlns:r="http://schemas.openxmlformats.org/officeDocument/2006/relationships" id="261" r:id="R197d969fefe34c6c"/>
    <p:sldId xmlns:r="http://schemas.openxmlformats.org/officeDocument/2006/relationships" id="262" r:id="Rb8c35a4089564749"/>
    <p:sldId xmlns:r="http://schemas.openxmlformats.org/officeDocument/2006/relationships" id="263" r:id="R93be07bdcd134c58"/>
    <p:sldId xmlns:r="http://schemas.openxmlformats.org/officeDocument/2006/relationships" id="264" r:id="Re88c5e587c364784"/>
    <p:sldId xmlns:r="http://schemas.openxmlformats.org/officeDocument/2006/relationships" id="265" r:id="R1b4f1e73d9754f72"/>
    <p:sldId xmlns:r="http://schemas.openxmlformats.org/officeDocument/2006/relationships" id="266" r:id="Rb16f1cf06c8f40fc"/>
    <p:sldId xmlns:r="http://schemas.openxmlformats.org/officeDocument/2006/relationships" id="267" r:id="Reb9fe559df0a457b"/>
    <p:sldId xmlns:r="http://schemas.openxmlformats.org/officeDocument/2006/relationships" id="268" r:id="R18b203f9606d48d3"/>
    <p:sldId xmlns:r="http://schemas.openxmlformats.org/officeDocument/2006/relationships" id="269" r:id="R25577c22d2f042cd"/>
    <p:sldId xmlns:r="http://schemas.openxmlformats.org/officeDocument/2006/relationships" id="270" r:id="R51ea3b1604d3453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907b9924804389" /><Relationship Type="http://schemas.openxmlformats.org/officeDocument/2006/relationships/slideMaster" Target="/ppt/slideMasters/slideMaster1.xml" Id="R15f9f3e6822f4e81" /><Relationship Type="http://schemas.openxmlformats.org/officeDocument/2006/relationships/notesMaster" Target="/ppt/notesMasters/notesMaster1.xml" Id="Re04b2aae721d432e" /><Relationship Type="http://schemas.openxmlformats.org/officeDocument/2006/relationships/presProps" Target="/ppt/presProps.xml" Id="Rba223a2329764d3f" /><Relationship Type="http://schemas.openxmlformats.org/officeDocument/2006/relationships/tableStyles" Target="/ppt/tableStyles.xml" Id="R1e15bc2118134428" /><Relationship Type="http://schemas.openxmlformats.org/officeDocument/2006/relationships/slide" Target="/ppt/slides/slide1.xml" Id="R3e52da1cdc144ec2" /><Relationship Type="http://schemas.openxmlformats.org/officeDocument/2006/relationships/slide" Target="/ppt/slides/slide2.xml" Id="R44c6eaab4e7140b0" /><Relationship Type="http://schemas.openxmlformats.org/officeDocument/2006/relationships/slide" Target="/ppt/slides/slide3.xml" Id="R6fb2c1aa523e4b80" /><Relationship Type="http://schemas.openxmlformats.org/officeDocument/2006/relationships/slide" Target="/ppt/slides/slide4.xml" Id="R0d179bc821b94a1d" /><Relationship Type="http://schemas.openxmlformats.org/officeDocument/2006/relationships/slide" Target="/ppt/slides/slide5.xml" Id="Rfdb8c1189e7b454b" /><Relationship Type="http://schemas.openxmlformats.org/officeDocument/2006/relationships/slide" Target="/ppt/slides/slide6.xml" Id="R197d969fefe34c6c" /><Relationship Type="http://schemas.openxmlformats.org/officeDocument/2006/relationships/slide" Target="/ppt/slides/slide7.xml" Id="Rb8c35a4089564749" /><Relationship Type="http://schemas.openxmlformats.org/officeDocument/2006/relationships/slide" Target="/ppt/slides/slide8.xml" Id="R93be07bdcd134c58" /><Relationship Type="http://schemas.openxmlformats.org/officeDocument/2006/relationships/slide" Target="/ppt/slides/slide9.xml" Id="Re88c5e587c364784" /><Relationship Type="http://schemas.openxmlformats.org/officeDocument/2006/relationships/slide" Target="/ppt/slides/slide10.xml" Id="R1b4f1e73d9754f72" /><Relationship Type="http://schemas.openxmlformats.org/officeDocument/2006/relationships/slide" Target="/ppt/slides/slide11.xml" Id="Rb16f1cf06c8f40fc" /><Relationship Type="http://schemas.openxmlformats.org/officeDocument/2006/relationships/slide" Target="/ppt/slides/slide12.xml" Id="Reb9fe559df0a457b" /><Relationship Type="http://schemas.openxmlformats.org/officeDocument/2006/relationships/slide" Target="/ppt/slides/slide13.xml" Id="R18b203f9606d48d3" /><Relationship Type="http://schemas.openxmlformats.org/officeDocument/2006/relationships/slide" Target="/ppt/slides/slide14.xml" Id="R25577c22d2f042cd" /><Relationship Type="http://schemas.openxmlformats.org/officeDocument/2006/relationships/slide" Target="/ppt/slides/slide15.xml" Id="R51ea3b1604d345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b0eb974a924d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0ad837bcea4e86" /><Relationship Type="http://schemas.openxmlformats.org/officeDocument/2006/relationships/notesMaster" Target="/ppt/notesMasters/notesMaster1.xml" Id="R2bd81306bc0743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00cc0504e54a1a" /><Relationship Type="http://schemas.openxmlformats.org/officeDocument/2006/relationships/notesMaster" Target="/ppt/notesMasters/notesMaster1.xml" Id="R2a66a8e196504b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f07e8e076447c0" /><Relationship Type="http://schemas.openxmlformats.org/officeDocument/2006/relationships/notesMaster" Target="/ppt/notesMasters/notesMaster1.xml" Id="R7303329d058242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6a5dbccf2a604172" /><Relationship Type="http://schemas.openxmlformats.org/officeDocument/2006/relationships/notesMaster" Target="/ppt/notesMasters/notesMaster1.xml" Id="R8da74054d65d47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264943b224ca4" /><Relationship Type="http://schemas.openxmlformats.org/officeDocument/2006/relationships/notesMaster" Target="/ppt/notesMasters/notesMaster1.xml" Id="R99c5cde6be754b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95440e5ddc4f1c" /><Relationship Type="http://schemas.openxmlformats.org/officeDocument/2006/relationships/notesMaster" Target="/ppt/notesMasters/notesMaster1.xml" Id="R15ad214897d441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86d256020c4a71" /><Relationship Type="http://schemas.openxmlformats.org/officeDocument/2006/relationships/notesMaster" Target="/ppt/notesMasters/notesMaster1.xml" Id="R8d65ecc0bbaf4f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14bac3ed4f4d4a" /><Relationship Type="http://schemas.openxmlformats.org/officeDocument/2006/relationships/notesMaster" Target="/ppt/notesMasters/notesMaster1.xml" Id="R9dccb043137145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37e930814744b15" /><Relationship Type="http://schemas.openxmlformats.org/officeDocument/2006/relationships/notesMaster" Target="/ppt/notesMasters/notesMaster1.xml" Id="R4761986c753141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d543c6ba584a9d" /><Relationship Type="http://schemas.openxmlformats.org/officeDocument/2006/relationships/notesMaster" Target="/ppt/notesMasters/notesMaster1.xml" Id="Rac30c4c63e5244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a65ff313f84646" /><Relationship Type="http://schemas.openxmlformats.org/officeDocument/2006/relationships/notesMaster" Target="/ppt/notesMasters/notesMaster1.xml" Id="R11ebd16275f144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bd57d01a8d47ff" /><Relationship Type="http://schemas.openxmlformats.org/officeDocument/2006/relationships/notesMaster" Target="/ppt/notesMasters/notesMaster1.xml" Id="R5b3ee903d8bc47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8eebee912844c16" /><Relationship Type="http://schemas.openxmlformats.org/officeDocument/2006/relationships/notesMaster" Target="/ppt/notesMasters/notesMaster1.xml" Id="R1df4ad2b80944c1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5eaf7f4bfc34045" /><Relationship Type="http://schemas.openxmlformats.org/officeDocument/2006/relationships/notesMaster" Target="/ppt/notesMasters/notesMaster1.xml" Id="R4748e61588df40e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b673ead66da49a5" /><Relationship Type="http://schemas.openxmlformats.org/officeDocument/2006/relationships/notesMaster" Target="/ppt/notesMasters/notesMaster1.xml" Id="Rd13987dc54d94a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biến dữ liệu bán hàng thành quy trình phân tích có thể kiểm tra và trình bày trung thực cả kết quả lẫn giới hạn.</a:t>
            </a:r>
          </a:p>
          <a:p xmlns:a="http://schemas.openxmlformats.org/drawingml/2006/main">
            <a:r>
              <a:t/>
            </a:r>
          </a:p>
          <a:p xmlns:a="http://schemas.openxmlformats.org/drawingml/2006/main">
            <a:r>
              <a:t>Nguồn: docs/PROJECT_GUIDE.md;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phạm vi ba bài toán. Bài toán C chưa đủ nhãn. Hai bài còn lại có kết quả nhưng cần nêu độ tin cậy và điều kiện diễn giải.</a:t>
            </a:r>
          </a:p>
          <a:p xmlns:a="http://schemas.openxmlformats.org/drawingml/2006/main">
            <a:r>
              <a:t/>
            </a:r>
          </a:p>
          <a:p xmlns:a="http://schemas.openxmlformats.org/drawingml/2006/main">
            <a:r>
              <a:t>Nguồn: Ke_hoach_cuoi_cung_Xoaif_Garden.md;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theo luồng từ trái sang phải. Client chỉ GET. Snapshot có manifest. HMAC thay định danh trước kho. Dashboard chỉ đọc bảng tổng hợp đã phát hành.</a:t>
            </a:r>
          </a:p>
          <a:p xmlns:a="http://schemas.openxmlformats.org/drawingml/2006/main">
            <a:r>
              <a:t/>
            </a:r>
          </a:p>
          <a:p xmlns:a="http://schemas.openxmlformats.org/drawingml/2006/main">
            <a:r>
              <a:t>Nguồn: docs/architecture_matrix.md; docs/data_governance.md;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chứa nhiều khoảng thời gian; từng phân tích dùng cohort riêng. 12.011 là số đơn snapshot, 6.517 là số đơn DEV, 6.400 là status 3 DEV, 5.169 là khách đủ điều kiện scoring.</a:t>
            </a:r>
          </a:p>
          <a:p xmlns:a="http://schemas.openxmlformats.org/drawingml/2006/main">
            <a:r>
              <a:t/>
            </a:r>
          </a:p>
          <a:p xmlns:a="http://schemas.openxmlformats.org/drawingml/2006/main">
            <a:r>
              <a:t>Nguồn: docs/canonical_numbers.md; docs/cohort_reconciliation.md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HMAC là pseudonymization, không phải ẩn danh tuyệt đối. Raw/restricted cần quyền truy cập và retention policy. Shared chỉ chứa aggregate.</a:t>
            </a:r>
          </a:p>
          <a:p xmlns:a="http://schemas.openxmlformats.org/drawingml/2006/main">
            <a:r>
              <a:t/>
            </a:r>
          </a:p>
          <a:p xmlns:a="http://schemas.openxmlformats.org/drawingml/2006/main">
            <a:r>
              <a:t>Nguồn: docs/data_governance.md;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điều kiện trưởng thành cohort. Retention 180 ngày dùng định nghĩa ngày mua sau. CLV là doanh thu ghi nhận 180 ngày đầu, không phải CLV dự báo hay lợi nhuận.</a:t>
            </a:r>
          </a:p>
          <a:p xmlns:a="http://schemas.openxmlformats.org/drawingml/2006/main">
            <a:r>
              <a:t/>
            </a:r>
          </a:p>
          <a:p xmlns:a="http://schemas.openxmlformats.org/drawingml/2006/main">
            <a:r>
              <a:t>Nguồn: docs/customer_value_dev.md; outputs/tables/customer_retention_dev.csv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K=2 gần với luật mua một lần/lặp lại. Silhouette là độ tách hình học. Sáu nhóm RFM rule-based tạo giả thuyết mô tả; chưa chứng minh hiệu quả tiếp cận.</a:t>
            </a:r>
          </a:p>
          <a:p xmlns:a="http://schemas.openxmlformats.org/drawingml/2006/main">
            <a:r>
              <a:t/>
            </a:r>
          </a:p>
          <a:p xmlns:a="http://schemas.openxmlformats.org/drawingml/2006/main">
            <a:r>
              <a:t>Nguồn: docs/customer_value_dev.md; docs/day2_summary.md;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biểu đồ cùng thiết kế đánh giá. Điểm test cao hơn nhưng DEV OOF không tái hiện. Không kết luận mô hình tốt hoặc sẵn sàng triển khai.</a:t>
            </a:r>
          </a:p>
          <a:p xmlns:a="http://schemas.openxmlformats.org/drawingml/2006/main">
            <a:r>
              <a:t/>
            </a:r>
          </a:p>
          <a:p xmlns:a="http://schemas.openxmlformats.org/drawingml/2006/main">
            <a:r>
              <a:t>Nguồn: docs/test_report.md; docs/cohort_mismatch_analysis.md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định nghĩa feature-as-of T, temporal folds, baseline và bootstrap. Nhắc test đã mở một lần. Nêu chính xác khác biệt ngày biên và không gọi kết quả là đạt trọn protocol.</a:t>
            </a:r>
          </a:p>
          <a:p xmlns:a="http://schemas.openxmlformats.org/drawingml/2006/main">
            <a:r>
              <a:t/>
            </a:r>
          </a:p>
          <a:p xmlns:a="http://schemas.openxmlformats.org/drawingml/2006/main">
            <a:r>
              <a:t>Nguồn: docs/data_protocol.md; docs/test_provenance_note.md; outputs/metrics/test_opened.lock.json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 cặp đã khóa; 21/24 lift trên 1 ở test là tiêu chí yếu. Bộ lọc DEV F3 dùng lift&gt;1, Kulczynski&gt;=0,5 và imbalance ratio&lt;=0,5; 1 cặp qua. Chỉ nên xem là giả thuyết A/B.</a:t>
            </a:r>
          </a:p>
          <a:p xmlns:a="http://schemas.openxmlformats.org/drawingml/2006/main">
            <a:r>
              <a:t/>
            </a:r>
          </a:p>
          <a:p xmlns:a="http://schemas.openxmlformats.org/drawingml/2006/main">
            <a:r>
              <a:t>Nguồn: docs/combo_recommendation_f3.md; docs/test_report.md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diễn giải thiếu nhãn thành không có phàn nàn. Không gửi văn bản ra dịch vụ ngoài nếu chưa duyệt nhà cung cấp và cách lưu dữ liệu.</a:t>
            </a:r>
          </a:p>
          <a:p xmlns:a="http://schemas.openxmlformats.org/drawingml/2006/main">
            <a:r>
              <a:t/>
            </a:r>
          </a:p>
          <a:p xmlns:a="http://schemas.openxmlformats.org/drawingml/2006/main">
            <a:r>
              <a:t>Nguồn: docs/data_gap_report.md; docs/data_governance.md;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demo các tab thật sự có trong app. Bộ lọc đổi aggregate local; không hiển thị ID khách/đơn. Khoảng tổng quan có tháng cuối chưa trọn.</a:t>
            </a:r>
          </a:p>
          <a:p xmlns:a="http://schemas.openxmlformats.org/drawingml/2006/main">
            <a:r>
              <a:t/>
            </a:r>
          </a:p>
          <a:p xmlns:a="http://schemas.openxmlformats.org/drawingml/2006/main">
            <a:r>
              <a:t>Nguồn: src/app/streamlit_app.py; docs/DEFENSE_GUIDE.md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bảng này để chuyển từ kết quả sang các quyết định cần chủ dự án/giảng viên chốt. Phần xử lý cụ thể nằm trong PROJECT_GUIDE mục 7.</a:t>
            </a:r>
          </a:p>
          <a:p xmlns:a="http://schemas.openxmlformats.org/drawingml/2006/main">
            <a:r>
              <a:t/>
            </a:r>
          </a:p>
          <a:p xmlns:a="http://schemas.openxmlformats.org/drawingml/2006/main">
            <a:r>
              <a:t>Nguồn: docs/PROJECT_GUIDE.md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điều kiện: dashboard cần outputs aggregate; sample là giả lập; runner hậu kiểm có thể chạy pytest nhưng không mở test hay fit. Ingestion chỉ chạy trên máy được cấp quyền API.</a:t>
            </a:r>
          </a:p>
          <a:p xmlns:a="http://schemas.openxmlformats.org/drawingml/2006/main">
            <a:r>
              <a:t/>
            </a:r>
          </a:p>
          <a:p xmlns:a="http://schemas.openxmlformats.org/drawingml/2006/main">
            <a:r>
              <a:t>Nguồn: docs/PROJECT_GUIDE.md; scripts/run_all.py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bằng những gì đã làm được, phần chưa có căn cứ và dữ liệu cần bổ sung. Mời câu hỏi.</a:t>
            </a:r>
          </a:p>
          <a:p xmlns:a="http://schemas.openxmlformats.org/drawingml/2006/main">
            <a:r>
              <a:t/>
            </a:r>
          </a:p>
          <a:p xmlns:a="http://schemas.openxmlformats.org/drawingml/2006/main">
            <a:r>
              <a:t>Nguồn: docs/PROJECT_GUIDE.md; docs/DEFENSE_GUIDE.md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76193f593d41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f0c6acadf348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8e49ec3678f425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09b6c0d983494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48cc3dfe85d4c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a81609b263942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E7D83B-3EA4-4C1E-AD65-E59D54E23C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E402C0-E779-4E7B-9327-680829E7A55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DAABF63-E250-420E-B8F1-3F7DB3AB944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AE731A-25A4-43E7-A33B-09BF3BCFFC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1ABD55-2206-487D-A687-DF54CC5841B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C2E918-6C78-4EFE-B4D5-E46D5E1D6A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E10570-7241-4721-B15E-D4701163A3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1CCA465-C4A2-4508-A35F-C0A97C0362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A1AB3A-23DD-4BAD-B06F-864AE8C258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1031D19-BFEB-4853-A0C4-9AC113C1FD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29a075ebfd47a9" /><Relationship Type="http://schemas.openxmlformats.org/officeDocument/2006/relationships/slideLayout" Target="/ppt/slideLayouts/slideLayout1.xml" Id="R1f28731e4ec24949" /><Relationship Type="http://schemas.openxmlformats.org/officeDocument/2006/relationships/slideLayout" Target="/ppt/slideLayouts/slideLayout2.xml" Id="R9462b0d5a8c649f1" /><Relationship Type="http://schemas.openxmlformats.org/officeDocument/2006/relationships/slideLayout" Target="/ppt/slideLayouts/slideLayout3.xml" Id="R452e20b1ebf84eb2" /><Relationship Type="http://schemas.openxmlformats.org/officeDocument/2006/relationships/slideLayout" Target="/ppt/slideLayouts/slideLayout4.xml" Id="R7f09f02068b8431e" /><Relationship Type="http://schemas.openxmlformats.org/officeDocument/2006/relationships/slideLayout" Target="/ppt/slideLayouts/slideLayout5.xml" Id="R62cb405248d14509" /><Relationship Type="http://schemas.openxmlformats.org/officeDocument/2006/relationships/slideLayout" Target="/ppt/slideLayouts/slideLayout6.xml" Id="R054533cb3b88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28731e4ec24949"/>
    <p:sldLayoutId xmlns:r="http://schemas.openxmlformats.org/officeDocument/2006/relationships" id="2147483650" r:id="R9462b0d5a8c649f1"/>
    <p:sldLayoutId xmlns:r="http://schemas.openxmlformats.org/officeDocument/2006/relationships" id="2147483651" r:id="R452e20b1ebf84eb2"/>
    <p:sldLayoutId xmlns:r="http://schemas.openxmlformats.org/officeDocument/2006/relationships" id="2147483652" r:id="R7f09f02068b8431e"/>
    <p:sldLayoutId xmlns:r="http://schemas.openxmlformats.org/officeDocument/2006/relationships" id="2147483653" r:id="R62cb405248d14509"/>
    <p:sldLayoutId xmlns:r="http://schemas.openxmlformats.org/officeDocument/2006/relationships" id="2147483654" r:id="R054533cb3b88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77b599bbc7f443b" /><Relationship Type="http://schemas.openxmlformats.org/officeDocument/2006/relationships/notesSlide" Target="/ppt/notesSlides/notesSlide1.xml" Id="Rdcb0e28915d94d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ccc3787285140d7" /><Relationship Type="http://schemas.openxmlformats.org/officeDocument/2006/relationships/notesSlide" Target="/ppt/notesSlides/notesSlide2.xml" Id="R8937999220944d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a9469d4c4974776" /><Relationship Type="http://schemas.openxmlformats.org/officeDocument/2006/relationships/notesSlide" Target="/ppt/notesSlides/notesSlide3.xml" Id="Rbffb71b4aa5e4d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c4b7106c3074711" /><Relationship Type="http://schemas.openxmlformats.org/officeDocument/2006/relationships/notesSlide" Target="/ppt/notesSlides/notesSlide4.xml" Id="Re15296775ea04a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2676ed7c4c4aeb" /><Relationship Type="http://schemas.openxmlformats.org/officeDocument/2006/relationships/notesSlide" Target="/ppt/notesSlides/notesSlide5.xml" Id="R30a8eddcfff14a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d064bd67e64553" /><Relationship Type="http://schemas.openxmlformats.org/officeDocument/2006/relationships/notesSlide" Target="/ppt/notesSlides/notesSlide6.xml" Id="Rc4552a523e8b47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7ba4f11d9b40c3" /><Relationship Type="http://schemas.openxmlformats.org/officeDocument/2006/relationships/notesSlide" Target="/ppt/notesSlides/notesSlide7.xml" Id="Rb1527274981340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ba617c9c2804122" /><Relationship Type="http://schemas.openxmlformats.org/officeDocument/2006/relationships/notesSlide" Target="/ppt/notesSlides/notesSlide8.xml" Id="Rc1d355b4a59a41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fba4a9411b4923" /><Relationship Type="http://schemas.openxmlformats.org/officeDocument/2006/relationships/notesSlide" Target="/ppt/notesSlides/notesSlide9.xml" Id="R870770fd0cd545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868ac805c324ede" /><Relationship Type="http://schemas.openxmlformats.org/officeDocument/2006/relationships/notesSlide" Target="/ppt/notesSlides/notesSlide10.xml" Id="R3b13bd365bf64ec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3c4322d9da84cff" /><Relationship Type="http://schemas.openxmlformats.org/officeDocument/2006/relationships/notesSlide" Target="/ppt/notesSlides/notesSlide11.xml" Id="R7b698b824a0443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1c80cde091b4872" /><Relationship Type="http://schemas.openxmlformats.org/officeDocument/2006/relationships/notesSlide" Target="/ppt/notesSlides/notesSlide12.xml" Id="R01a5a8b41899401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61173e90ff245ae" /><Relationship Type="http://schemas.openxmlformats.org/officeDocument/2006/relationships/notesSlide" Target="/ppt/notesSlides/notesSlide13.xml" Id="R2b36d66f65d745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c2528d557a4d77" /><Relationship Type="http://schemas.openxmlformats.org/officeDocument/2006/relationships/notesSlide" Target="/ppt/notesSlides/notesSlide14.xml" Id="R258d1f1d698b44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38641ea9f94427" /><Relationship Type="http://schemas.openxmlformats.org/officeDocument/2006/relationships/notesSlide" Target="/ppt/notesSlides/notesSlide15.xml" Id="R69190e77b0314323" /></Relationships>
</file>

<file path=ppt/slides/slide1.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EA35E7-240F-408D-87CE-1B5BC7158F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2" name="">
            <a:extLst xmlns:a="http://schemas.openxmlformats.org/drawingml/2006/main">
              <a:ext uri="{FF2B5EF4-FFF2-40B4-BE49-F238E27FC236}">
                <a16:creationId xmlns:a16="http://schemas.microsoft.com/office/drawing/2014/main" id="{4DCAC64F-C05E-4CBC-9A49-F653B64B7CC4}"/>
              </a:ext>
            </a:extLst>
          </p:cNvPr>
          <p:cNvSpPr>
            <a:spLocks xmlns:a="http://schemas.openxmlformats.org/drawingml/2006/main" noGrp="1"/>
          </p:cNvSpPr>
          <p:nvPr/>
        </p:nvSpPr>
        <p:spPr>
          <a:xfrm xmlns:a="http://schemas.openxmlformats.org/drawingml/2006/main">
            <a:off x="876300" y="781050"/>
            <a:ext cx="447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C9DED5"/>
                </a:solidFill>
                <a:latin typeface="Arial"/>
                <a:ea typeface="Arial"/>
                <a:cs typeface="Arial"/>
              </a:defRPr>
            </a:defPPr>
            <a:lvl1pPr algn="l">
              <a:defRPr sz="1350" b="1">
                <a:solidFill>
                  <a:srgbClr val="C9DED5"/>
                </a:solidFill>
                <a:latin typeface="Arial"/>
                <a:ea typeface="Arial"/>
                <a:cs typeface="Arial"/>
              </a:defRPr>
            </a:lvl1pPr>
            <a:lvl2pPr algn="l">
              <a:defRPr sz="1350" b="1">
                <a:solidFill>
                  <a:srgbClr val="C9DED5"/>
                </a:solidFill>
                <a:latin typeface="Arial"/>
                <a:ea typeface="Arial"/>
                <a:cs typeface="Arial"/>
              </a:defRPr>
            </a:lvl2pPr>
            <a:lvl3pPr algn="l">
              <a:defRPr sz="1350" b="1">
                <a:solidFill>
                  <a:srgbClr val="C9DED5"/>
                </a:solidFill>
                <a:latin typeface="Arial"/>
                <a:ea typeface="Arial"/>
                <a:cs typeface="Arial"/>
              </a:defRPr>
            </a:lvl3pPr>
            <a:lvl4pPr algn="l">
              <a:defRPr sz="1350" b="1">
                <a:solidFill>
                  <a:srgbClr val="C9DED5"/>
                </a:solidFill>
                <a:latin typeface="Arial"/>
                <a:ea typeface="Arial"/>
                <a:cs typeface="Arial"/>
              </a:defRPr>
            </a:lvl4pPr>
            <a:lvl5pPr algn="l">
              <a:defRPr sz="1350" b="1">
                <a:solidFill>
                  <a:srgbClr val="C9DED5"/>
                </a:solidFill>
                <a:latin typeface="Arial"/>
                <a:ea typeface="Arial"/>
                <a:cs typeface="Arial"/>
              </a:defRPr>
            </a:lvl5pPr>
            <a:lvl6pPr algn="l">
              <a:defRPr sz="1350" b="1">
                <a:solidFill>
                  <a:srgbClr val="C9DED5"/>
                </a:solidFill>
                <a:latin typeface="Arial"/>
                <a:ea typeface="Arial"/>
                <a:cs typeface="Arial"/>
              </a:defRPr>
            </a:lvl6pPr>
            <a:lvl7pPr algn="l">
              <a:defRPr sz="1350" b="1">
                <a:solidFill>
                  <a:srgbClr val="C9DED5"/>
                </a:solidFill>
                <a:latin typeface="Arial"/>
                <a:ea typeface="Arial"/>
                <a:cs typeface="Arial"/>
              </a:defRPr>
            </a:lvl7pPr>
            <a:lvl8pPr algn="l">
              <a:defRPr sz="1350" b="1">
                <a:solidFill>
                  <a:srgbClr val="C9DED5"/>
                </a:solidFill>
                <a:latin typeface="Arial"/>
                <a:ea typeface="Arial"/>
                <a:cs typeface="Arial"/>
              </a:defRPr>
            </a:lvl8pPr>
            <a:lvl9pPr algn="l">
              <a:defRPr sz="1350" b="1">
                <a:solidFill>
                  <a:srgbClr val="C9DED5"/>
                </a:solidFill>
                <a:latin typeface="Arial"/>
                <a:ea typeface="Arial"/>
                <a:cs typeface="Arial"/>
              </a:defRPr>
            </a:lvl9pPr>
          </a:lstStyle>
          <a:p xmlns:a="http://schemas.openxmlformats.org/drawingml/2006/main">
            <a:pPr algn="l">
              <a:defRPr sz="1350" b="1">
                <a:solidFill>
                  <a:srgbClr val="C9DED5"/>
                </a:solidFill>
                <a:latin typeface="Arial"/>
                <a:ea typeface="Arial"/>
                <a:cs typeface="Arial"/>
              </a:defRPr>
            </a:pPr>
            <a:r>
              <a:rPr sz="1350" b="1">
                <a:solidFill>
                  <a:srgbClr val="C9DED5"/>
                </a:solidFill>
                <a:latin typeface="Arial"/>
                <a:ea typeface="Arial"/>
                <a:cs typeface="Arial"/>
              </a:rPr>
              <a:t>BÁO CÁO DỰ ÁN</a:t>
            </a:r>
          </a:p>
        </p:txBody>
      </p:sp>
      <p:sp>
        <p:nvSpPr>
          <p:cNvPr id="3" name="">
            <a:extLst xmlns:a="http://schemas.openxmlformats.org/drawingml/2006/main">
              <a:ext uri="{FF2B5EF4-FFF2-40B4-BE49-F238E27FC236}">
                <a16:creationId xmlns:a16="http://schemas.microsoft.com/office/drawing/2014/main" id="{AEC86970-07F9-4DDD-AEDF-BCA1BF68D8DC}"/>
              </a:ext>
            </a:extLst>
          </p:cNvPr>
          <p:cNvSpPr>
            <a:spLocks xmlns:a="http://schemas.openxmlformats.org/drawingml/2006/main" noGrp="1"/>
          </p:cNvSpPr>
          <p:nvPr/>
        </p:nvSpPr>
        <p:spPr>
          <a:xfrm xmlns:a="http://schemas.openxmlformats.org/drawingml/2006/main">
            <a:off x="876300" y="1428750"/>
            <a:ext cx="9620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350" b="1">
                <a:solidFill>
                  <a:srgbClr val="FFFFFF"/>
                </a:solidFill>
                <a:latin typeface="Arial"/>
                <a:ea typeface="Arial"/>
                <a:cs typeface="Arial"/>
              </a:defRPr>
            </a:defPPr>
            <a:lvl1pPr algn="l">
              <a:defRPr sz="4350" b="1">
                <a:solidFill>
                  <a:srgbClr val="FFFFFF"/>
                </a:solidFill>
                <a:latin typeface="Arial"/>
                <a:ea typeface="Arial"/>
                <a:cs typeface="Arial"/>
              </a:defRPr>
            </a:lvl1pPr>
            <a:lvl2pPr algn="l">
              <a:defRPr sz="4350" b="1">
                <a:solidFill>
                  <a:srgbClr val="FFFFFF"/>
                </a:solidFill>
                <a:latin typeface="Arial"/>
                <a:ea typeface="Arial"/>
                <a:cs typeface="Arial"/>
              </a:defRPr>
            </a:lvl2pPr>
            <a:lvl3pPr algn="l">
              <a:defRPr sz="4350" b="1">
                <a:solidFill>
                  <a:srgbClr val="FFFFFF"/>
                </a:solidFill>
                <a:latin typeface="Arial"/>
                <a:ea typeface="Arial"/>
                <a:cs typeface="Arial"/>
              </a:defRPr>
            </a:lvl3pPr>
            <a:lvl4pPr algn="l">
              <a:defRPr sz="4350" b="1">
                <a:solidFill>
                  <a:srgbClr val="FFFFFF"/>
                </a:solidFill>
                <a:latin typeface="Arial"/>
                <a:ea typeface="Arial"/>
                <a:cs typeface="Arial"/>
              </a:defRPr>
            </a:lvl4pPr>
            <a:lvl5pPr algn="l">
              <a:defRPr sz="4350" b="1">
                <a:solidFill>
                  <a:srgbClr val="FFFFFF"/>
                </a:solidFill>
                <a:latin typeface="Arial"/>
                <a:ea typeface="Arial"/>
                <a:cs typeface="Arial"/>
              </a:defRPr>
            </a:lvl5pPr>
            <a:lvl6pPr algn="l">
              <a:defRPr sz="4350" b="1">
                <a:solidFill>
                  <a:srgbClr val="FFFFFF"/>
                </a:solidFill>
                <a:latin typeface="Arial"/>
                <a:ea typeface="Arial"/>
                <a:cs typeface="Arial"/>
              </a:defRPr>
            </a:lvl6pPr>
            <a:lvl7pPr algn="l">
              <a:defRPr sz="4350" b="1">
                <a:solidFill>
                  <a:srgbClr val="FFFFFF"/>
                </a:solidFill>
                <a:latin typeface="Arial"/>
                <a:ea typeface="Arial"/>
                <a:cs typeface="Arial"/>
              </a:defRPr>
            </a:lvl7pPr>
            <a:lvl8pPr algn="l">
              <a:defRPr sz="4350" b="1">
                <a:solidFill>
                  <a:srgbClr val="FFFFFF"/>
                </a:solidFill>
                <a:latin typeface="Arial"/>
                <a:ea typeface="Arial"/>
                <a:cs typeface="Arial"/>
              </a:defRPr>
            </a:lvl8pPr>
            <a:lvl9pPr algn="l">
              <a:defRPr sz="4350" b="1">
                <a:solidFill>
                  <a:srgbClr val="FFFFFF"/>
                </a:solidFill>
                <a:latin typeface="Arial"/>
                <a:ea typeface="Arial"/>
                <a:cs typeface="Arial"/>
              </a:defRPr>
            </a:lvl9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Kho dữ liệu và</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khai phá dữ liệu bán hàng</a:t>
            </a:r>
          </a:p>
        </p:txBody>
      </p:sp>
      <p:sp>
        <p:nvSpPr>
          <p:cNvPr id="4" name="">
            <a:extLst xmlns:a="http://schemas.openxmlformats.org/drawingml/2006/main">
              <a:ext uri="{FF2B5EF4-FFF2-40B4-BE49-F238E27FC236}">
                <a16:creationId xmlns:a16="http://schemas.microsoft.com/office/drawing/2014/main" id="{07566F48-D442-4927-9C03-6888543997D2}"/>
              </a:ext>
            </a:extLst>
          </p:cNvPr>
          <p:cNvSpPr>
            <a:spLocks xmlns:a="http://schemas.openxmlformats.org/drawingml/2006/main" noGrp="1"/>
          </p:cNvSpPr>
          <p:nvPr/>
        </p:nvSpPr>
        <p:spPr>
          <a:xfrm xmlns:a="http://schemas.openxmlformats.org/drawingml/2006/main">
            <a:off x="876300" y="3571875"/>
            <a:ext cx="5124450" cy="0"/>
          </a:xfrm>
          <a:prstGeom xmlns:a="http://schemas.openxmlformats.org/drawingml/2006/main" prst="line">
            <a:avLst/>
          </a:prstGeom>
          <a:noFill xmlns:a="http://schemas.openxmlformats.org/drawingml/2006/main"/>
          <a:ln xmlns:a="http://schemas.openxmlformats.org/drawingml/2006/main" w="28575">
            <a:solidFill>
              <a:srgbClr val="73A98F"/>
            </a:solidFill>
            <a:prstDash val="solid"/>
          </a:ln>
        </p:spPr>
      </p:sp>
      <p:sp>
        <p:nvSpPr>
          <p:cNvPr id="5" name="">
            <a:extLst xmlns:a="http://schemas.openxmlformats.org/drawingml/2006/main">
              <a:ext uri="{FF2B5EF4-FFF2-40B4-BE49-F238E27FC236}">
                <a16:creationId xmlns:a16="http://schemas.microsoft.com/office/drawing/2014/main" id="{A7E089AE-88E3-4BA3-AB76-65BE919E800A}"/>
              </a:ext>
            </a:extLst>
          </p:cNvPr>
          <p:cNvSpPr>
            <a:spLocks xmlns:a="http://schemas.openxmlformats.org/drawingml/2006/main" noGrp="1"/>
          </p:cNvSpPr>
          <p:nvPr/>
        </p:nvSpPr>
        <p:spPr>
          <a:xfrm xmlns:a="http://schemas.openxmlformats.org/drawingml/2006/main">
            <a:off x="876300" y="3857625"/>
            <a:ext cx="952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0">
                <a:solidFill>
                  <a:srgbClr val="FFFFFF"/>
                </a:solidFill>
                <a:latin typeface="Arial"/>
                <a:ea typeface="Arial"/>
                <a:cs typeface="Arial"/>
              </a:defRPr>
            </a:defPPr>
            <a:lvl1pPr algn="l">
              <a:defRPr sz="1800" b="0">
                <a:solidFill>
                  <a:srgbClr val="FFFFFF"/>
                </a:solidFill>
                <a:latin typeface="Arial"/>
                <a:ea typeface="Arial"/>
                <a:cs typeface="Arial"/>
              </a:defRPr>
            </a:lvl1pPr>
            <a:lvl2pPr algn="l">
              <a:defRPr sz="1800" b="0">
                <a:solidFill>
                  <a:srgbClr val="FFFFFF"/>
                </a:solidFill>
                <a:latin typeface="Arial"/>
                <a:ea typeface="Arial"/>
                <a:cs typeface="Arial"/>
              </a:defRPr>
            </a:lvl2pPr>
            <a:lvl3pPr algn="l">
              <a:defRPr sz="1800" b="0">
                <a:solidFill>
                  <a:srgbClr val="FFFFFF"/>
                </a:solidFill>
                <a:latin typeface="Arial"/>
                <a:ea typeface="Arial"/>
                <a:cs typeface="Arial"/>
              </a:defRPr>
            </a:lvl3pPr>
            <a:lvl4pPr algn="l">
              <a:defRPr sz="1800" b="0">
                <a:solidFill>
                  <a:srgbClr val="FFFFFF"/>
                </a:solidFill>
                <a:latin typeface="Arial"/>
                <a:ea typeface="Arial"/>
                <a:cs typeface="Arial"/>
              </a:defRPr>
            </a:lvl4pPr>
            <a:lvl5pPr algn="l">
              <a:defRPr sz="1800" b="0">
                <a:solidFill>
                  <a:srgbClr val="FFFFFF"/>
                </a:solidFill>
                <a:latin typeface="Arial"/>
                <a:ea typeface="Arial"/>
                <a:cs typeface="Arial"/>
              </a:defRPr>
            </a:lvl5pPr>
            <a:lvl6pPr algn="l">
              <a:defRPr sz="1800" b="0">
                <a:solidFill>
                  <a:srgbClr val="FFFFFF"/>
                </a:solidFill>
                <a:latin typeface="Arial"/>
                <a:ea typeface="Arial"/>
                <a:cs typeface="Arial"/>
              </a:defRPr>
            </a:lvl6pPr>
            <a:lvl7pPr algn="l">
              <a:defRPr sz="1800" b="0">
                <a:solidFill>
                  <a:srgbClr val="FFFFFF"/>
                </a:solidFill>
                <a:latin typeface="Arial"/>
                <a:ea typeface="Arial"/>
                <a:cs typeface="Arial"/>
              </a:defRPr>
            </a:lvl7pPr>
            <a:lvl8pPr algn="l">
              <a:defRPr sz="1800" b="0">
                <a:solidFill>
                  <a:srgbClr val="FFFFFF"/>
                </a:solidFill>
                <a:latin typeface="Arial"/>
                <a:ea typeface="Arial"/>
                <a:cs typeface="Arial"/>
              </a:defRPr>
            </a:lvl8pPr>
            <a:lvl9pPr algn="l">
              <a:defRPr sz="1800" b="0">
                <a:solidFill>
                  <a:srgbClr val="FFFFFF"/>
                </a:solidFill>
                <a:latin typeface="Arial"/>
                <a:ea typeface="Arial"/>
                <a:cs typeface="Arial"/>
              </a:defRPr>
            </a:lvl9pPr>
          </a:lstStyle>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Xoaif Garden  |  Pancake POS  |  Python · DuckDB · scikit-learn</a:t>
            </a:r>
          </a:p>
        </p:txBody>
      </p:sp>
      <p:sp>
        <p:nvSpPr>
          <p:cNvPr id="6" name="">
            <a:extLst xmlns:a="http://schemas.openxmlformats.org/drawingml/2006/main">
              <a:ext uri="{FF2B5EF4-FFF2-40B4-BE49-F238E27FC236}">
                <a16:creationId xmlns:a16="http://schemas.microsoft.com/office/drawing/2014/main" id="{09AE5D95-D942-4365-8C5F-3CDE904A9857}"/>
              </a:ext>
            </a:extLst>
          </p:cNvPr>
          <p:cNvSpPr>
            <a:spLocks xmlns:a="http://schemas.openxmlformats.org/drawingml/2006/main" noGrp="1"/>
          </p:cNvSpPr>
          <p:nvPr/>
        </p:nvSpPr>
        <p:spPr>
          <a:xfrm xmlns:a="http://schemas.openxmlformats.org/drawingml/2006/main">
            <a:off x="876300" y="459105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C9DED5"/>
                </a:solidFill>
                <a:latin typeface="Arial"/>
                <a:ea typeface="Arial"/>
                <a:cs typeface="Arial"/>
              </a:defRPr>
            </a:defPPr>
            <a:lvl1pPr algn="l">
              <a:defRPr sz="1725" b="0">
                <a:solidFill>
                  <a:srgbClr val="C9DED5"/>
                </a:solidFill>
                <a:latin typeface="Arial"/>
                <a:ea typeface="Arial"/>
                <a:cs typeface="Arial"/>
              </a:defRPr>
            </a:lvl1pPr>
            <a:lvl2pPr algn="l">
              <a:defRPr sz="1725" b="0">
                <a:solidFill>
                  <a:srgbClr val="C9DED5"/>
                </a:solidFill>
                <a:latin typeface="Arial"/>
                <a:ea typeface="Arial"/>
                <a:cs typeface="Arial"/>
              </a:defRPr>
            </a:lvl2pPr>
            <a:lvl3pPr algn="l">
              <a:defRPr sz="1725" b="0">
                <a:solidFill>
                  <a:srgbClr val="C9DED5"/>
                </a:solidFill>
                <a:latin typeface="Arial"/>
                <a:ea typeface="Arial"/>
                <a:cs typeface="Arial"/>
              </a:defRPr>
            </a:lvl3pPr>
            <a:lvl4pPr algn="l">
              <a:defRPr sz="1725" b="0">
                <a:solidFill>
                  <a:srgbClr val="C9DED5"/>
                </a:solidFill>
                <a:latin typeface="Arial"/>
                <a:ea typeface="Arial"/>
                <a:cs typeface="Arial"/>
              </a:defRPr>
            </a:lvl4pPr>
            <a:lvl5pPr algn="l">
              <a:defRPr sz="1725" b="0">
                <a:solidFill>
                  <a:srgbClr val="C9DED5"/>
                </a:solidFill>
                <a:latin typeface="Arial"/>
                <a:ea typeface="Arial"/>
                <a:cs typeface="Arial"/>
              </a:defRPr>
            </a:lvl5pPr>
            <a:lvl6pPr algn="l">
              <a:defRPr sz="1725" b="0">
                <a:solidFill>
                  <a:srgbClr val="C9DED5"/>
                </a:solidFill>
                <a:latin typeface="Arial"/>
                <a:ea typeface="Arial"/>
                <a:cs typeface="Arial"/>
              </a:defRPr>
            </a:lvl6pPr>
            <a:lvl7pPr algn="l">
              <a:defRPr sz="1725" b="0">
                <a:solidFill>
                  <a:srgbClr val="C9DED5"/>
                </a:solidFill>
                <a:latin typeface="Arial"/>
                <a:ea typeface="Arial"/>
                <a:cs typeface="Arial"/>
              </a:defRPr>
            </a:lvl7pPr>
            <a:lvl8pPr algn="l">
              <a:defRPr sz="1725" b="0">
                <a:solidFill>
                  <a:srgbClr val="C9DED5"/>
                </a:solidFill>
                <a:latin typeface="Arial"/>
                <a:ea typeface="Arial"/>
                <a:cs typeface="Arial"/>
              </a:defRPr>
            </a:lvl8pPr>
            <a:lvl9pPr algn="l">
              <a:defRPr sz="1725" b="0">
                <a:solidFill>
                  <a:srgbClr val="C9DED5"/>
                </a:solidFill>
                <a:latin typeface="Arial"/>
                <a:ea typeface="Arial"/>
                <a:cs typeface="Arial"/>
              </a:defRPr>
            </a:lvl9pPr>
          </a:lstStyle>
          <a:p xmlns:a="http://schemas.openxmlformats.org/drawingml/2006/main">
            <a:pPr algn="l">
              <a:defRPr sz="1725" b="0">
                <a:solidFill>
                  <a:srgbClr val="C9DED5"/>
                </a:solidFill>
                <a:latin typeface="Arial"/>
                <a:ea typeface="Arial"/>
                <a:cs typeface="Arial"/>
              </a:defRPr>
            </a:pPr>
            <a:r>
              <a:rPr sz="1725" b="0">
                <a:solidFill>
                  <a:srgbClr val="C9DED5"/>
                </a:solidFill>
                <a:latin typeface="Arial"/>
                <a:ea typeface="Arial"/>
                <a:cs typeface="Arial"/>
              </a:rPr>
              <a:t>Kết quả, cách vận hành và giới hạn được trình bày cùng nhau</a:t>
            </a:r>
          </a:p>
        </p:txBody>
      </p:sp>
      <p:sp>
        <p:nvSpPr>
          <p:cNvPr id="7" name="">
            <a:extLst xmlns:a="http://schemas.openxmlformats.org/drawingml/2006/main">
              <a:ext uri="{FF2B5EF4-FFF2-40B4-BE49-F238E27FC236}">
                <a16:creationId xmlns:a16="http://schemas.microsoft.com/office/drawing/2014/main" id="{2D0F8845-AB46-40DF-A3FE-E878FD2162E6}"/>
              </a:ext>
            </a:extLst>
          </p:cNvPr>
          <p:cNvSpPr>
            <a:spLocks xmlns:a="http://schemas.openxmlformats.org/drawingml/2006/main" noGrp="1"/>
          </p:cNvSpPr>
          <p:nvPr/>
        </p:nvSpPr>
        <p:spPr>
          <a:xfrm xmlns:a="http://schemas.openxmlformats.org/drawingml/2006/main">
            <a:off x="876300" y="61722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200" b="0">
                <a:solidFill>
                  <a:srgbClr val="C9DED5"/>
                </a:solidFill>
                <a:latin typeface="Arial"/>
                <a:ea typeface="Arial"/>
                <a:cs typeface="Arial"/>
              </a:defRPr>
            </a:defPPr>
            <a:lvl1pPr algn="l">
              <a:defRPr sz="1200" b="0">
                <a:solidFill>
                  <a:srgbClr val="C9DED5"/>
                </a:solidFill>
                <a:latin typeface="Arial"/>
                <a:ea typeface="Arial"/>
                <a:cs typeface="Arial"/>
              </a:defRPr>
            </a:lvl1pPr>
            <a:lvl2pPr algn="l">
              <a:defRPr sz="1200" b="0">
                <a:solidFill>
                  <a:srgbClr val="C9DED5"/>
                </a:solidFill>
                <a:latin typeface="Arial"/>
                <a:ea typeface="Arial"/>
                <a:cs typeface="Arial"/>
              </a:defRPr>
            </a:lvl2pPr>
            <a:lvl3pPr algn="l">
              <a:defRPr sz="1200" b="0">
                <a:solidFill>
                  <a:srgbClr val="C9DED5"/>
                </a:solidFill>
                <a:latin typeface="Arial"/>
                <a:ea typeface="Arial"/>
                <a:cs typeface="Arial"/>
              </a:defRPr>
            </a:lvl3pPr>
            <a:lvl4pPr algn="l">
              <a:defRPr sz="1200" b="0">
                <a:solidFill>
                  <a:srgbClr val="C9DED5"/>
                </a:solidFill>
                <a:latin typeface="Arial"/>
                <a:ea typeface="Arial"/>
                <a:cs typeface="Arial"/>
              </a:defRPr>
            </a:lvl4pPr>
            <a:lvl5pPr algn="l">
              <a:defRPr sz="1200" b="0">
                <a:solidFill>
                  <a:srgbClr val="C9DED5"/>
                </a:solidFill>
                <a:latin typeface="Arial"/>
                <a:ea typeface="Arial"/>
                <a:cs typeface="Arial"/>
              </a:defRPr>
            </a:lvl5pPr>
            <a:lvl6pPr algn="l">
              <a:defRPr sz="1200" b="0">
                <a:solidFill>
                  <a:srgbClr val="C9DED5"/>
                </a:solidFill>
                <a:latin typeface="Arial"/>
                <a:ea typeface="Arial"/>
                <a:cs typeface="Arial"/>
              </a:defRPr>
            </a:lvl6pPr>
            <a:lvl7pPr algn="l">
              <a:defRPr sz="1200" b="0">
                <a:solidFill>
                  <a:srgbClr val="C9DED5"/>
                </a:solidFill>
                <a:latin typeface="Arial"/>
                <a:ea typeface="Arial"/>
                <a:cs typeface="Arial"/>
              </a:defRPr>
            </a:lvl7pPr>
            <a:lvl8pPr algn="l">
              <a:defRPr sz="1200" b="0">
                <a:solidFill>
                  <a:srgbClr val="C9DED5"/>
                </a:solidFill>
                <a:latin typeface="Arial"/>
                <a:ea typeface="Arial"/>
                <a:cs typeface="Arial"/>
              </a:defRPr>
            </a:lvl8pPr>
            <a:lvl9pPr algn="l">
              <a:defRPr sz="1200" b="0">
                <a:solidFill>
                  <a:srgbClr val="C9DED5"/>
                </a:solidFill>
                <a:latin typeface="Arial"/>
                <a:ea typeface="Arial"/>
                <a:cs typeface="Arial"/>
              </a:defRPr>
            </a:lvl9pPr>
          </a:lstStyle>
          <a:p xmlns:a="http://schemas.openxmlformats.org/drawingml/2006/main">
            <a:pPr algn="l">
              <a:defRPr sz="1200" b="0">
                <a:solidFill>
                  <a:srgbClr val="C9DED5"/>
                </a:solidFill>
                <a:latin typeface="Arial"/>
                <a:ea typeface="Arial"/>
                <a:cs typeface="Arial"/>
              </a:defRPr>
            </a:pPr>
            <a:r>
              <a:rPr sz="1200" b="0">
                <a:solidFill>
                  <a:srgbClr val="C9DED5"/>
                </a:solidFill>
                <a:latin typeface="Arial"/>
                <a:ea typeface="Arial"/>
                <a:cs typeface="Arial"/>
              </a:rPr>
              <a:t>Bản bảo vệ cuối kỳ</a:t>
            </a:r>
          </a:p>
        </p:txBody>
      </p:sp>
    </p:spTree>
    <p:extLst>
      <p:ext uri="{BB962C8B-B14F-4D97-AF65-F5344CB8AC3E}">
        <p14:creationId xmlns:p14="http://schemas.microsoft.com/office/powerpoint/2010/main" val="2023226299"/>
      </p:ext>
    </p:extLst>
  </p:cSld>
</p:sld>
</file>

<file path=ppt/slides/slide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E16D0A6-2CEB-4B72-855F-22471C0FB1D9}"/>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446F7129-44E4-418C-8DD8-70E611D413E7}"/>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MỤC TIÊU</a:t>
            </a:r>
          </a:p>
        </p:txBody>
      </p:sp>
      <p:sp>
        <p:nvSpPr>
          <p:cNvPr id="3" name="">
            <a:extLst xmlns:a="http://schemas.openxmlformats.org/drawingml/2006/main">
              <a:ext uri="{FF2B5EF4-FFF2-40B4-BE49-F238E27FC236}">
                <a16:creationId xmlns:a16="http://schemas.microsoft.com/office/drawing/2014/main" id="{9A6B9ADE-5C4D-4E20-A395-C7488EFCE8E0}"/>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Ba câu hỏi, một quy trình dữ liệu</a:t>
            </a:r>
          </a:p>
        </p:txBody>
      </p:sp>
      <p:sp>
        <p:nvSpPr>
          <p:cNvPr id="4" name="">
            <a:extLst xmlns:a="http://schemas.openxmlformats.org/drawingml/2006/main">
              <a:ext uri="{FF2B5EF4-FFF2-40B4-BE49-F238E27FC236}">
                <a16:creationId xmlns:a16="http://schemas.microsoft.com/office/drawing/2014/main" id="{54F0C563-E5C8-4B63-A4C1-10BBA2E73DE4}"/>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9B39F451-FEFA-4682-A635-E85C2CBF2ADE}"/>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040FD462-51F4-40BD-9B82-DE320BE65E29}"/>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80C8834-5944-430B-B83E-E631539FE17E}"/>
              </a:ext>
            </a:extLst>
          </p:cNvPr>
          <p:cNvSpPr>
            <a:spLocks xmlns:a="http://schemas.openxmlformats.org/drawingml/2006/main" noGrp="1"/>
          </p:cNvSpPr>
          <p:nvPr/>
        </p:nvSpPr>
        <p:spPr>
          <a:xfrm xmlns:a="http://schemas.openxmlformats.org/drawingml/2006/main">
            <a:off x="895350" y="203835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8" name="">
            <a:extLst xmlns:a="http://schemas.openxmlformats.org/drawingml/2006/main">
              <a:ext uri="{FF2B5EF4-FFF2-40B4-BE49-F238E27FC236}">
                <a16:creationId xmlns:a16="http://schemas.microsoft.com/office/drawing/2014/main" id="{951656D8-B323-46C4-825E-68131D345487}"/>
              </a:ext>
            </a:extLst>
          </p:cNvPr>
          <p:cNvSpPr>
            <a:spLocks xmlns:a="http://schemas.openxmlformats.org/drawingml/2006/main" noGrp="1"/>
          </p:cNvSpPr>
          <p:nvPr/>
        </p:nvSpPr>
        <p:spPr>
          <a:xfrm xmlns:a="http://schemas.openxmlformats.org/drawingml/2006/main">
            <a:off x="1162050" y="1943100"/>
            <a:ext cx="100203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0">
                <a:solidFill>
                  <a:srgbClr val="24332F"/>
                </a:solidFill>
                <a:latin typeface="Arial"/>
                <a:ea typeface="Arial"/>
                <a:cs typeface="Arial"/>
              </a:defRPr>
            </a:defPPr>
            <a:lvl1pPr algn="l">
              <a:defRPr sz="2100" b="0">
                <a:solidFill>
                  <a:srgbClr val="24332F"/>
                </a:solidFill>
                <a:latin typeface="Arial"/>
                <a:ea typeface="Arial"/>
                <a:cs typeface="Arial"/>
              </a:defRPr>
            </a:lvl1pPr>
            <a:lvl2pPr algn="l">
              <a:defRPr sz="2100" b="0">
                <a:solidFill>
                  <a:srgbClr val="24332F"/>
                </a:solidFill>
                <a:latin typeface="Arial"/>
                <a:ea typeface="Arial"/>
                <a:cs typeface="Arial"/>
              </a:defRPr>
            </a:lvl2pPr>
            <a:lvl3pPr algn="l">
              <a:defRPr sz="2100" b="0">
                <a:solidFill>
                  <a:srgbClr val="24332F"/>
                </a:solidFill>
                <a:latin typeface="Arial"/>
                <a:ea typeface="Arial"/>
                <a:cs typeface="Arial"/>
              </a:defRPr>
            </a:lvl3pPr>
            <a:lvl4pPr algn="l">
              <a:defRPr sz="2100" b="0">
                <a:solidFill>
                  <a:srgbClr val="24332F"/>
                </a:solidFill>
                <a:latin typeface="Arial"/>
                <a:ea typeface="Arial"/>
                <a:cs typeface="Arial"/>
              </a:defRPr>
            </a:lvl4pPr>
            <a:lvl5pPr algn="l">
              <a:defRPr sz="2100" b="0">
                <a:solidFill>
                  <a:srgbClr val="24332F"/>
                </a:solidFill>
                <a:latin typeface="Arial"/>
                <a:ea typeface="Arial"/>
                <a:cs typeface="Arial"/>
              </a:defRPr>
            </a:lvl5pPr>
            <a:lvl6pPr algn="l">
              <a:defRPr sz="2100" b="0">
                <a:solidFill>
                  <a:srgbClr val="24332F"/>
                </a:solidFill>
                <a:latin typeface="Arial"/>
                <a:ea typeface="Arial"/>
                <a:cs typeface="Arial"/>
              </a:defRPr>
            </a:lvl6pPr>
            <a:lvl7pPr algn="l">
              <a:defRPr sz="2100" b="0">
                <a:solidFill>
                  <a:srgbClr val="24332F"/>
                </a:solidFill>
                <a:latin typeface="Arial"/>
                <a:ea typeface="Arial"/>
                <a:cs typeface="Arial"/>
              </a:defRPr>
            </a:lvl7pPr>
            <a:lvl8pPr algn="l">
              <a:defRPr sz="2100" b="0">
                <a:solidFill>
                  <a:srgbClr val="24332F"/>
                </a:solidFill>
                <a:latin typeface="Arial"/>
                <a:ea typeface="Arial"/>
                <a:cs typeface="Arial"/>
              </a:defRPr>
            </a:lvl8pPr>
            <a:lvl9pPr algn="l">
              <a:defRPr sz="2100" b="0">
                <a:solidFill>
                  <a:srgbClr val="24332F"/>
                </a:solidFill>
                <a:latin typeface="Arial"/>
                <a:ea typeface="Arial"/>
                <a:cs typeface="Arial"/>
              </a:defRPr>
            </a:lvl9pPr>
          </a:lstStyle>
          <a:p xmlns:a="http://schemas.openxmlformats.org/drawingml/2006/main">
            <a:pPr algn="l">
              <a:defRPr sz="2100" b="0">
                <a:solidFill>
                  <a:srgbClr val="24332F"/>
                </a:solidFill>
                <a:latin typeface="Arial"/>
                <a:ea typeface="Arial"/>
                <a:cs typeface="Arial"/>
              </a:defRPr>
            </a:pPr>
            <a:r>
              <a:rPr sz="2100" b="0">
                <a:solidFill>
                  <a:srgbClr val="24332F"/>
                </a:solidFill>
                <a:latin typeface="Arial"/>
                <a:ea typeface="Arial"/>
                <a:cs typeface="Arial"/>
              </a:rPr>
              <a:t>Khách hàng mua như thế nào và có tín hiệu mua lại không?</a:t>
            </a:r>
          </a:p>
        </p:txBody>
      </p:sp>
      <p:sp>
        <p:nvSpPr>
          <p:cNvPr id="9" name="">
            <a:extLst xmlns:a="http://schemas.openxmlformats.org/drawingml/2006/main">
              <a:ext uri="{FF2B5EF4-FFF2-40B4-BE49-F238E27FC236}">
                <a16:creationId xmlns:a16="http://schemas.microsoft.com/office/drawing/2014/main" id="{AAE00F41-B9DC-454F-84D7-0FB72B47B6CC}"/>
              </a:ext>
            </a:extLst>
          </p:cNvPr>
          <p:cNvSpPr>
            <a:spLocks xmlns:a="http://schemas.openxmlformats.org/drawingml/2006/main" noGrp="1"/>
          </p:cNvSpPr>
          <p:nvPr/>
        </p:nvSpPr>
        <p:spPr>
          <a:xfrm xmlns:a="http://schemas.openxmlformats.org/drawingml/2006/main">
            <a:off x="895350" y="310515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10" name="">
            <a:extLst xmlns:a="http://schemas.openxmlformats.org/drawingml/2006/main">
              <a:ext uri="{FF2B5EF4-FFF2-40B4-BE49-F238E27FC236}">
                <a16:creationId xmlns:a16="http://schemas.microsoft.com/office/drawing/2014/main" id="{235B6354-3169-4596-A642-DEB87D0381DE}"/>
              </a:ext>
            </a:extLst>
          </p:cNvPr>
          <p:cNvSpPr>
            <a:spLocks xmlns:a="http://schemas.openxmlformats.org/drawingml/2006/main" noGrp="1"/>
          </p:cNvSpPr>
          <p:nvPr/>
        </p:nvSpPr>
        <p:spPr>
          <a:xfrm xmlns:a="http://schemas.openxmlformats.org/drawingml/2006/main">
            <a:off x="1162050" y="3009900"/>
            <a:ext cx="100203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0">
                <a:solidFill>
                  <a:srgbClr val="24332F"/>
                </a:solidFill>
                <a:latin typeface="Arial"/>
                <a:ea typeface="Arial"/>
                <a:cs typeface="Arial"/>
              </a:defRPr>
            </a:defPPr>
            <a:lvl1pPr algn="l">
              <a:defRPr sz="2100" b="0">
                <a:solidFill>
                  <a:srgbClr val="24332F"/>
                </a:solidFill>
                <a:latin typeface="Arial"/>
                <a:ea typeface="Arial"/>
                <a:cs typeface="Arial"/>
              </a:defRPr>
            </a:lvl1pPr>
            <a:lvl2pPr algn="l">
              <a:defRPr sz="2100" b="0">
                <a:solidFill>
                  <a:srgbClr val="24332F"/>
                </a:solidFill>
                <a:latin typeface="Arial"/>
                <a:ea typeface="Arial"/>
                <a:cs typeface="Arial"/>
              </a:defRPr>
            </a:lvl2pPr>
            <a:lvl3pPr algn="l">
              <a:defRPr sz="2100" b="0">
                <a:solidFill>
                  <a:srgbClr val="24332F"/>
                </a:solidFill>
                <a:latin typeface="Arial"/>
                <a:ea typeface="Arial"/>
                <a:cs typeface="Arial"/>
              </a:defRPr>
            </a:lvl3pPr>
            <a:lvl4pPr algn="l">
              <a:defRPr sz="2100" b="0">
                <a:solidFill>
                  <a:srgbClr val="24332F"/>
                </a:solidFill>
                <a:latin typeface="Arial"/>
                <a:ea typeface="Arial"/>
                <a:cs typeface="Arial"/>
              </a:defRPr>
            </a:lvl4pPr>
            <a:lvl5pPr algn="l">
              <a:defRPr sz="2100" b="0">
                <a:solidFill>
                  <a:srgbClr val="24332F"/>
                </a:solidFill>
                <a:latin typeface="Arial"/>
                <a:ea typeface="Arial"/>
                <a:cs typeface="Arial"/>
              </a:defRPr>
            </a:lvl5pPr>
            <a:lvl6pPr algn="l">
              <a:defRPr sz="2100" b="0">
                <a:solidFill>
                  <a:srgbClr val="24332F"/>
                </a:solidFill>
                <a:latin typeface="Arial"/>
                <a:ea typeface="Arial"/>
                <a:cs typeface="Arial"/>
              </a:defRPr>
            </a:lvl6pPr>
            <a:lvl7pPr algn="l">
              <a:defRPr sz="2100" b="0">
                <a:solidFill>
                  <a:srgbClr val="24332F"/>
                </a:solidFill>
                <a:latin typeface="Arial"/>
                <a:ea typeface="Arial"/>
                <a:cs typeface="Arial"/>
              </a:defRPr>
            </a:lvl7pPr>
            <a:lvl8pPr algn="l">
              <a:defRPr sz="2100" b="0">
                <a:solidFill>
                  <a:srgbClr val="24332F"/>
                </a:solidFill>
                <a:latin typeface="Arial"/>
                <a:ea typeface="Arial"/>
                <a:cs typeface="Arial"/>
              </a:defRPr>
            </a:lvl8pPr>
            <a:lvl9pPr algn="l">
              <a:defRPr sz="2100" b="0">
                <a:solidFill>
                  <a:srgbClr val="24332F"/>
                </a:solidFill>
                <a:latin typeface="Arial"/>
                <a:ea typeface="Arial"/>
                <a:cs typeface="Arial"/>
              </a:defRPr>
            </a:lvl9pPr>
          </a:lstStyle>
          <a:p xmlns:a="http://schemas.openxmlformats.org/drawingml/2006/main">
            <a:pPr algn="l">
              <a:defRPr sz="2100" b="0">
                <a:solidFill>
                  <a:srgbClr val="24332F"/>
                </a:solidFill>
                <a:latin typeface="Arial"/>
                <a:ea typeface="Arial"/>
                <a:cs typeface="Arial"/>
              </a:defRPr>
            </a:pPr>
            <a:r>
              <a:rPr sz="2100" b="0">
                <a:solidFill>
                  <a:srgbClr val="24332F"/>
                </a:solidFill>
                <a:latin typeface="Arial"/>
                <a:ea typeface="Arial"/>
                <a:cs typeface="Arial"/>
              </a:rPr>
              <a:t>Sản phẩm nào thường cùng xuất hiện trong một giỏ hàng?</a:t>
            </a:r>
          </a:p>
        </p:txBody>
      </p:sp>
      <p:sp>
        <p:nvSpPr>
          <p:cNvPr id="11" name="">
            <a:extLst xmlns:a="http://schemas.openxmlformats.org/drawingml/2006/main">
              <a:ext uri="{FF2B5EF4-FFF2-40B4-BE49-F238E27FC236}">
                <a16:creationId xmlns:a16="http://schemas.microsoft.com/office/drawing/2014/main" id="{C7C16D25-5F1B-49E3-A9E0-7169AE900CD8}"/>
              </a:ext>
            </a:extLst>
          </p:cNvPr>
          <p:cNvSpPr>
            <a:spLocks xmlns:a="http://schemas.openxmlformats.org/drawingml/2006/main" noGrp="1"/>
          </p:cNvSpPr>
          <p:nvPr/>
        </p:nvSpPr>
        <p:spPr>
          <a:xfrm xmlns:a="http://schemas.openxmlformats.org/drawingml/2006/main">
            <a:off x="895350" y="417195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12" name="">
            <a:extLst xmlns:a="http://schemas.openxmlformats.org/drawingml/2006/main">
              <a:ext uri="{FF2B5EF4-FFF2-40B4-BE49-F238E27FC236}">
                <a16:creationId xmlns:a16="http://schemas.microsoft.com/office/drawing/2014/main" id="{2FA102AD-D5F0-44AA-B40F-E52A19420FA3}"/>
              </a:ext>
            </a:extLst>
          </p:cNvPr>
          <p:cNvSpPr>
            <a:spLocks xmlns:a="http://schemas.openxmlformats.org/drawingml/2006/main" noGrp="1"/>
          </p:cNvSpPr>
          <p:nvPr/>
        </p:nvSpPr>
        <p:spPr>
          <a:xfrm xmlns:a="http://schemas.openxmlformats.org/drawingml/2006/main">
            <a:off x="1162050" y="4076700"/>
            <a:ext cx="100203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0">
                <a:solidFill>
                  <a:srgbClr val="24332F"/>
                </a:solidFill>
                <a:latin typeface="Arial"/>
                <a:ea typeface="Arial"/>
                <a:cs typeface="Arial"/>
              </a:defRPr>
            </a:defPPr>
            <a:lvl1pPr algn="l">
              <a:defRPr sz="2100" b="0">
                <a:solidFill>
                  <a:srgbClr val="24332F"/>
                </a:solidFill>
                <a:latin typeface="Arial"/>
                <a:ea typeface="Arial"/>
                <a:cs typeface="Arial"/>
              </a:defRPr>
            </a:lvl1pPr>
            <a:lvl2pPr algn="l">
              <a:defRPr sz="2100" b="0">
                <a:solidFill>
                  <a:srgbClr val="24332F"/>
                </a:solidFill>
                <a:latin typeface="Arial"/>
                <a:ea typeface="Arial"/>
                <a:cs typeface="Arial"/>
              </a:defRPr>
            </a:lvl2pPr>
            <a:lvl3pPr algn="l">
              <a:defRPr sz="2100" b="0">
                <a:solidFill>
                  <a:srgbClr val="24332F"/>
                </a:solidFill>
                <a:latin typeface="Arial"/>
                <a:ea typeface="Arial"/>
                <a:cs typeface="Arial"/>
              </a:defRPr>
            </a:lvl3pPr>
            <a:lvl4pPr algn="l">
              <a:defRPr sz="2100" b="0">
                <a:solidFill>
                  <a:srgbClr val="24332F"/>
                </a:solidFill>
                <a:latin typeface="Arial"/>
                <a:ea typeface="Arial"/>
                <a:cs typeface="Arial"/>
              </a:defRPr>
            </a:lvl4pPr>
            <a:lvl5pPr algn="l">
              <a:defRPr sz="2100" b="0">
                <a:solidFill>
                  <a:srgbClr val="24332F"/>
                </a:solidFill>
                <a:latin typeface="Arial"/>
                <a:ea typeface="Arial"/>
                <a:cs typeface="Arial"/>
              </a:defRPr>
            </a:lvl5pPr>
            <a:lvl6pPr algn="l">
              <a:defRPr sz="2100" b="0">
                <a:solidFill>
                  <a:srgbClr val="24332F"/>
                </a:solidFill>
                <a:latin typeface="Arial"/>
                <a:ea typeface="Arial"/>
                <a:cs typeface="Arial"/>
              </a:defRPr>
            </a:lvl6pPr>
            <a:lvl7pPr algn="l">
              <a:defRPr sz="2100" b="0">
                <a:solidFill>
                  <a:srgbClr val="24332F"/>
                </a:solidFill>
                <a:latin typeface="Arial"/>
                <a:ea typeface="Arial"/>
                <a:cs typeface="Arial"/>
              </a:defRPr>
            </a:lvl7pPr>
            <a:lvl8pPr algn="l">
              <a:defRPr sz="2100" b="0">
                <a:solidFill>
                  <a:srgbClr val="24332F"/>
                </a:solidFill>
                <a:latin typeface="Arial"/>
                <a:ea typeface="Arial"/>
                <a:cs typeface="Arial"/>
              </a:defRPr>
            </a:lvl8pPr>
            <a:lvl9pPr algn="l">
              <a:defRPr sz="2100" b="0">
                <a:solidFill>
                  <a:srgbClr val="24332F"/>
                </a:solidFill>
                <a:latin typeface="Arial"/>
                <a:ea typeface="Arial"/>
                <a:cs typeface="Arial"/>
              </a:defRPr>
            </a:lvl9pPr>
          </a:lstStyle>
          <a:p xmlns:a="http://schemas.openxmlformats.org/drawingml/2006/main">
            <a:pPr algn="l">
              <a:defRPr sz="2100" b="0">
                <a:solidFill>
                  <a:srgbClr val="24332F"/>
                </a:solidFill>
                <a:latin typeface="Arial"/>
                <a:ea typeface="Arial"/>
                <a:cs typeface="Arial"/>
              </a:defRPr>
            </a:pPr>
            <a:r>
              <a:rPr sz="2100" b="0">
                <a:solidFill>
                  <a:srgbClr val="24332F"/>
                </a:solidFill>
                <a:latin typeface="Arial"/>
                <a:ea typeface="Arial"/>
                <a:cs typeface="Arial"/>
              </a:rPr>
              <a:t>Nguồn phản hồi có đủ dữ liệu để phân loại vấn đề không?</a:t>
            </a:r>
          </a:p>
        </p:txBody>
      </p:sp>
      <p:sp>
        <p:nvSpPr>
          <p:cNvPr id="13" name="">
            <a:extLst xmlns:a="http://schemas.openxmlformats.org/drawingml/2006/main">
              <a:ext uri="{FF2B5EF4-FFF2-40B4-BE49-F238E27FC236}">
                <a16:creationId xmlns:a16="http://schemas.microsoft.com/office/drawing/2014/main" id="{4E4C87AD-4299-436B-AC57-E6442EB6F124}"/>
              </a:ext>
            </a:extLst>
          </p:cNvPr>
          <p:cNvSpPr>
            <a:spLocks xmlns:a="http://schemas.openxmlformats.org/drawingml/2006/main" noGrp="1"/>
          </p:cNvSpPr>
          <p:nvPr/>
        </p:nvSpPr>
        <p:spPr>
          <a:xfrm xmlns:a="http://schemas.openxmlformats.org/drawingml/2006/main">
            <a:off x="895350" y="5334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176B87"/>
                </a:solidFill>
                <a:latin typeface="Arial"/>
                <a:ea typeface="Arial"/>
                <a:cs typeface="Arial"/>
              </a:defRPr>
            </a:defPPr>
            <a:lvl1pPr algn="l">
              <a:defRPr sz="1650" b="1">
                <a:solidFill>
                  <a:srgbClr val="176B87"/>
                </a:solidFill>
                <a:latin typeface="Arial"/>
                <a:ea typeface="Arial"/>
                <a:cs typeface="Arial"/>
              </a:defRPr>
            </a:lvl1pPr>
            <a:lvl2pPr algn="l">
              <a:defRPr sz="1650" b="1">
                <a:solidFill>
                  <a:srgbClr val="176B87"/>
                </a:solidFill>
                <a:latin typeface="Arial"/>
                <a:ea typeface="Arial"/>
                <a:cs typeface="Arial"/>
              </a:defRPr>
            </a:lvl2pPr>
            <a:lvl3pPr algn="l">
              <a:defRPr sz="1650" b="1">
                <a:solidFill>
                  <a:srgbClr val="176B87"/>
                </a:solidFill>
                <a:latin typeface="Arial"/>
                <a:ea typeface="Arial"/>
                <a:cs typeface="Arial"/>
              </a:defRPr>
            </a:lvl3pPr>
            <a:lvl4pPr algn="l">
              <a:defRPr sz="1650" b="1">
                <a:solidFill>
                  <a:srgbClr val="176B87"/>
                </a:solidFill>
                <a:latin typeface="Arial"/>
                <a:ea typeface="Arial"/>
                <a:cs typeface="Arial"/>
              </a:defRPr>
            </a:lvl4pPr>
            <a:lvl5pPr algn="l">
              <a:defRPr sz="1650" b="1">
                <a:solidFill>
                  <a:srgbClr val="176B87"/>
                </a:solidFill>
                <a:latin typeface="Arial"/>
                <a:ea typeface="Arial"/>
                <a:cs typeface="Arial"/>
              </a:defRPr>
            </a:lvl5pPr>
            <a:lvl6pPr algn="l">
              <a:defRPr sz="1650" b="1">
                <a:solidFill>
                  <a:srgbClr val="176B87"/>
                </a:solidFill>
                <a:latin typeface="Arial"/>
                <a:ea typeface="Arial"/>
                <a:cs typeface="Arial"/>
              </a:defRPr>
            </a:lvl6pPr>
            <a:lvl7pPr algn="l">
              <a:defRPr sz="1650" b="1">
                <a:solidFill>
                  <a:srgbClr val="176B87"/>
                </a:solidFill>
                <a:latin typeface="Arial"/>
                <a:ea typeface="Arial"/>
                <a:cs typeface="Arial"/>
              </a:defRPr>
            </a:lvl7pPr>
            <a:lvl8pPr algn="l">
              <a:defRPr sz="1650" b="1">
                <a:solidFill>
                  <a:srgbClr val="176B87"/>
                </a:solidFill>
                <a:latin typeface="Arial"/>
                <a:ea typeface="Arial"/>
                <a:cs typeface="Arial"/>
              </a:defRPr>
            </a:lvl8pPr>
            <a:lvl9pPr algn="l">
              <a:defRPr sz="1650" b="1">
                <a:solidFill>
                  <a:srgbClr val="176B87"/>
                </a:solidFill>
                <a:latin typeface="Arial"/>
                <a:ea typeface="Arial"/>
                <a:cs typeface="Arial"/>
              </a:defRPr>
            </a:lvl9pPr>
          </a:lstStyle>
          <a:p xmlns:a="http://schemas.openxmlformats.org/drawingml/2006/main">
            <a:pPr algn="l">
              <a:defRPr sz="1650" b="1">
                <a:solidFill>
                  <a:srgbClr val="176B87"/>
                </a:solidFill>
                <a:latin typeface="Arial"/>
                <a:ea typeface="Arial"/>
                <a:cs typeface="Arial"/>
              </a:defRPr>
            </a:pPr>
            <a:r>
              <a:rPr sz="1650" b="1">
                <a:solidFill>
                  <a:srgbClr val="176B87"/>
                </a:solidFill>
                <a:latin typeface="Arial"/>
                <a:ea typeface="Arial"/>
                <a:cs typeface="Arial"/>
              </a:rPr>
              <a:t>Mục tiêu là hỗ trợ mô tả và hình thành giả thuyết. Tác động kinh doanh cần thử nghiệm riêng.</a:t>
            </a:r>
          </a:p>
        </p:txBody>
      </p:sp>
    </p:spTree>
    <p:extLst>
      <p:ext uri="{BB962C8B-B14F-4D97-AF65-F5344CB8AC3E}">
        <p14:creationId xmlns:p14="http://schemas.microsoft.com/office/powerpoint/2010/main" val="694800254"/>
      </p:ext>
    </p:extLst>
  </p:cSld>
</p:sld>
</file>

<file path=ppt/slides/slide3.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B77C057-9EE9-47AD-A341-51908AD40A12}"/>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1955D3F4-6D88-4282-A7E9-57130C6B94D9}"/>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KIẾN TRÚC</a:t>
            </a:r>
          </a:p>
        </p:txBody>
      </p:sp>
      <p:sp>
        <p:nvSpPr>
          <p:cNvPr id="3" name="">
            <a:extLst xmlns:a="http://schemas.openxmlformats.org/drawingml/2006/main">
              <a:ext uri="{FF2B5EF4-FFF2-40B4-BE49-F238E27FC236}">
                <a16:creationId xmlns:a16="http://schemas.microsoft.com/office/drawing/2014/main" id="{03586932-C7BA-4CBA-B95B-55467F077DD6}"/>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Từ API đến dashboard qua năm tầng</a:t>
            </a:r>
          </a:p>
        </p:txBody>
      </p:sp>
      <p:sp>
        <p:nvSpPr>
          <p:cNvPr id="4" name="">
            <a:extLst xmlns:a="http://schemas.openxmlformats.org/drawingml/2006/main">
              <a:ext uri="{FF2B5EF4-FFF2-40B4-BE49-F238E27FC236}">
                <a16:creationId xmlns:a16="http://schemas.microsoft.com/office/drawing/2014/main" id="{6334BD50-BF48-4575-8077-4C871305B7A0}"/>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F41696D4-B034-40C8-9316-31163FA3193F}"/>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42CD092E-8676-4673-B27A-2C4990C45A50}"/>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548D3CFA-7A28-47B2-9E70-DED86FB2AB80}"/>
              </a:ext>
            </a:extLst>
          </p:cNvPr>
          <p:cNvSpPr>
            <a:spLocks xmlns:a="http://schemas.openxmlformats.org/drawingml/2006/main" noGrp="1"/>
          </p:cNvSpPr>
          <p:nvPr/>
        </p:nvSpPr>
        <p:spPr>
          <a:xfrm xmlns:a="http://schemas.openxmlformats.org/drawingml/2006/main">
            <a:off x="781050" y="2419350"/>
            <a:ext cx="186690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CAD8D2"/>
            </a:solidFill>
            <a:prstDash val="solid"/>
          </a:ln>
        </p:spPr>
      </p:sp>
      <p:sp>
        <p:nvSpPr>
          <p:cNvPr id="8" name="">
            <a:extLst xmlns:a="http://schemas.openxmlformats.org/drawingml/2006/main">
              <a:ext uri="{FF2B5EF4-FFF2-40B4-BE49-F238E27FC236}">
                <a16:creationId xmlns:a16="http://schemas.microsoft.com/office/drawing/2014/main" id="{7C8EFDF6-36D5-4F13-B403-B2063739615C}"/>
              </a:ext>
            </a:extLst>
          </p:cNvPr>
          <p:cNvSpPr>
            <a:spLocks xmlns:a="http://schemas.openxmlformats.org/drawingml/2006/main" noGrp="1"/>
          </p:cNvSpPr>
          <p:nvPr/>
        </p:nvSpPr>
        <p:spPr>
          <a:xfrm xmlns:a="http://schemas.openxmlformats.org/drawingml/2006/main">
            <a:off x="914400" y="26289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1  Nguồn</a:t>
            </a:r>
          </a:p>
        </p:txBody>
      </p:sp>
      <p:sp>
        <p:nvSpPr>
          <p:cNvPr id="9" name="">
            <a:extLst xmlns:a="http://schemas.openxmlformats.org/drawingml/2006/main">
              <a:ext uri="{FF2B5EF4-FFF2-40B4-BE49-F238E27FC236}">
                <a16:creationId xmlns:a16="http://schemas.microsoft.com/office/drawing/2014/main" id="{11172A42-4D21-4891-836A-DABADA5F266F}"/>
              </a:ext>
            </a:extLst>
          </p:cNvPr>
          <p:cNvSpPr>
            <a:spLocks xmlns:a="http://schemas.openxmlformats.org/drawingml/2006/main" noGrp="1"/>
          </p:cNvSpPr>
          <p:nvPr/>
        </p:nvSpPr>
        <p:spPr>
          <a:xfrm xmlns:a="http://schemas.openxmlformats.org/drawingml/2006/main">
            <a:off x="914400" y="31051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Pancake POS</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API GET-only</a:t>
            </a:r>
          </a:p>
        </p:txBody>
      </p:sp>
      <p:sp>
        <p:nvSpPr>
          <p:cNvPr id="10" name="">
            <a:extLst xmlns:a="http://schemas.openxmlformats.org/drawingml/2006/main">
              <a:ext uri="{FF2B5EF4-FFF2-40B4-BE49-F238E27FC236}">
                <a16:creationId xmlns:a16="http://schemas.microsoft.com/office/drawing/2014/main" id="{B856FF62-F71A-4622-9FFE-35514E35644D}"/>
              </a:ext>
            </a:extLst>
          </p:cNvPr>
          <p:cNvSpPr>
            <a:spLocks xmlns:a="http://schemas.openxmlformats.org/drawingml/2006/main" noGrp="1"/>
          </p:cNvSpPr>
          <p:nvPr/>
        </p:nvSpPr>
        <p:spPr>
          <a:xfrm xmlns:a="http://schemas.openxmlformats.org/drawingml/2006/main">
            <a:off x="2695575" y="3009900"/>
            <a:ext cx="533400" cy="266700"/>
          </a:xfrm>
          <a:prstGeom xmlns:a="http://schemas.openxmlformats.org/drawingml/2006/main" prst="rightArrow">
            <a:avLst/>
          </a:prstGeom>
          <a:solidFill xmlns:a="http://schemas.openxmlformats.org/drawingml/2006/main">
            <a:srgbClr val="73A98F"/>
          </a:solidFill>
          <a:ln xmlns:a="http://schemas.openxmlformats.org/drawingml/2006/main" w="9525">
            <a:solidFill>
              <a:srgbClr val="73A98F"/>
            </a:solidFill>
            <a:prstDash val="solid"/>
          </a:ln>
        </p:spPr>
      </p:sp>
      <p:sp>
        <p:nvSpPr>
          <p:cNvPr id="11" name="">
            <a:extLst xmlns:a="http://schemas.openxmlformats.org/drawingml/2006/main">
              <a:ext uri="{FF2B5EF4-FFF2-40B4-BE49-F238E27FC236}">
                <a16:creationId xmlns:a16="http://schemas.microsoft.com/office/drawing/2014/main" id="{90D61085-D444-489C-8A2F-19AF8282F877}"/>
              </a:ext>
            </a:extLst>
          </p:cNvPr>
          <p:cNvSpPr>
            <a:spLocks xmlns:a="http://schemas.openxmlformats.org/drawingml/2006/main" noGrp="1"/>
          </p:cNvSpPr>
          <p:nvPr/>
        </p:nvSpPr>
        <p:spPr>
          <a:xfrm xmlns:a="http://schemas.openxmlformats.org/drawingml/2006/main">
            <a:off x="2971800" y="2419350"/>
            <a:ext cx="186690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CAD8D2"/>
            </a:solidFill>
            <a:prstDash val="solid"/>
          </a:ln>
        </p:spPr>
      </p:sp>
      <p:sp>
        <p:nvSpPr>
          <p:cNvPr id="12" name="">
            <a:extLst xmlns:a="http://schemas.openxmlformats.org/drawingml/2006/main">
              <a:ext uri="{FF2B5EF4-FFF2-40B4-BE49-F238E27FC236}">
                <a16:creationId xmlns:a16="http://schemas.microsoft.com/office/drawing/2014/main" id="{365DE3CD-C128-45A9-B86A-C574B91BCEE8}"/>
              </a:ext>
            </a:extLst>
          </p:cNvPr>
          <p:cNvSpPr>
            <a:spLocks xmlns:a="http://schemas.openxmlformats.org/drawingml/2006/main" noGrp="1"/>
          </p:cNvSpPr>
          <p:nvPr/>
        </p:nvSpPr>
        <p:spPr>
          <a:xfrm xmlns:a="http://schemas.openxmlformats.org/drawingml/2006/main">
            <a:off x="3105150" y="26289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2  Thu nhận</a:t>
            </a:r>
          </a:p>
        </p:txBody>
      </p:sp>
      <p:sp>
        <p:nvSpPr>
          <p:cNvPr id="13" name="">
            <a:extLst xmlns:a="http://schemas.openxmlformats.org/drawingml/2006/main">
              <a:ext uri="{FF2B5EF4-FFF2-40B4-BE49-F238E27FC236}">
                <a16:creationId xmlns:a16="http://schemas.microsoft.com/office/drawing/2014/main" id="{9B85DB68-C5FA-402B-9C03-EC8BB3D1BF96}"/>
              </a:ext>
            </a:extLst>
          </p:cNvPr>
          <p:cNvSpPr>
            <a:spLocks xmlns:a="http://schemas.openxmlformats.org/drawingml/2006/main" noGrp="1"/>
          </p:cNvSpPr>
          <p:nvPr/>
        </p:nvSpPr>
        <p:spPr>
          <a:xfrm xmlns:a="http://schemas.openxmlformats.org/drawingml/2006/main">
            <a:off x="3105150" y="31051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Snapshot</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manifest + hash</a:t>
            </a:r>
          </a:p>
        </p:txBody>
      </p:sp>
      <p:sp>
        <p:nvSpPr>
          <p:cNvPr id="14" name="">
            <a:extLst xmlns:a="http://schemas.openxmlformats.org/drawingml/2006/main">
              <a:ext uri="{FF2B5EF4-FFF2-40B4-BE49-F238E27FC236}">
                <a16:creationId xmlns:a16="http://schemas.microsoft.com/office/drawing/2014/main" id="{CD8AF3A5-CA0A-41E0-9609-AB642DFB8B0C}"/>
              </a:ext>
            </a:extLst>
          </p:cNvPr>
          <p:cNvSpPr>
            <a:spLocks xmlns:a="http://schemas.openxmlformats.org/drawingml/2006/main" noGrp="1"/>
          </p:cNvSpPr>
          <p:nvPr/>
        </p:nvSpPr>
        <p:spPr>
          <a:xfrm xmlns:a="http://schemas.openxmlformats.org/drawingml/2006/main">
            <a:off x="4886325" y="3009900"/>
            <a:ext cx="533400" cy="266700"/>
          </a:xfrm>
          <a:prstGeom xmlns:a="http://schemas.openxmlformats.org/drawingml/2006/main" prst="rightArrow">
            <a:avLst/>
          </a:prstGeom>
          <a:solidFill xmlns:a="http://schemas.openxmlformats.org/drawingml/2006/main">
            <a:srgbClr val="73A98F"/>
          </a:solidFill>
          <a:ln xmlns:a="http://schemas.openxmlformats.org/drawingml/2006/main" w="9525">
            <a:solidFill>
              <a:srgbClr val="73A98F"/>
            </a:solidFill>
            <a:prstDash val="solid"/>
          </a:ln>
        </p:spPr>
      </p:sp>
      <p:sp>
        <p:nvSpPr>
          <p:cNvPr id="15" name="">
            <a:extLst xmlns:a="http://schemas.openxmlformats.org/drawingml/2006/main">
              <a:ext uri="{FF2B5EF4-FFF2-40B4-BE49-F238E27FC236}">
                <a16:creationId xmlns:a16="http://schemas.microsoft.com/office/drawing/2014/main" id="{26ECCBB3-0562-4AFB-BDDD-403C6AAC344F}"/>
              </a:ext>
            </a:extLst>
          </p:cNvPr>
          <p:cNvSpPr>
            <a:spLocks xmlns:a="http://schemas.openxmlformats.org/drawingml/2006/main" noGrp="1"/>
          </p:cNvSpPr>
          <p:nvPr/>
        </p:nvSpPr>
        <p:spPr>
          <a:xfrm xmlns:a="http://schemas.openxmlformats.org/drawingml/2006/main">
            <a:off x="5162550" y="2419350"/>
            <a:ext cx="1866900" cy="1485900"/>
          </a:xfrm>
          <a:prstGeom xmlns:a="http://schemas.openxmlformats.org/drawingml/2006/main" prst="rect">
            <a:avLst/>
          </a:prstGeom>
          <a:solidFill xmlns:a="http://schemas.openxmlformats.org/drawingml/2006/main">
            <a:srgbClr val="E7F0EC"/>
          </a:solidFill>
          <a:ln xmlns:a="http://schemas.openxmlformats.org/drawingml/2006/main" w="9525">
            <a:solidFill>
              <a:srgbClr val="CAD8D2"/>
            </a:solidFill>
            <a:prstDash val="solid"/>
          </a:ln>
        </p:spPr>
      </p:sp>
      <p:sp>
        <p:nvSpPr>
          <p:cNvPr id="16" name="">
            <a:extLst xmlns:a="http://schemas.openxmlformats.org/drawingml/2006/main">
              <a:ext uri="{FF2B5EF4-FFF2-40B4-BE49-F238E27FC236}">
                <a16:creationId xmlns:a16="http://schemas.microsoft.com/office/drawing/2014/main" id="{DFFDFC79-A5C2-4E5A-8F2A-C549D01B6BB3}"/>
              </a:ext>
            </a:extLst>
          </p:cNvPr>
          <p:cNvSpPr>
            <a:spLocks xmlns:a="http://schemas.openxmlformats.org/drawingml/2006/main" noGrp="1"/>
          </p:cNvSpPr>
          <p:nvPr/>
        </p:nvSpPr>
        <p:spPr>
          <a:xfrm xmlns:a="http://schemas.openxmlformats.org/drawingml/2006/main">
            <a:off x="5295900" y="26289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3  Kho &amp; xử lý</a:t>
            </a:r>
          </a:p>
        </p:txBody>
      </p:sp>
      <p:sp>
        <p:nvSpPr>
          <p:cNvPr id="17" name="">
            <a:extLst xmlns:a="http://schemas.openxmlformats.org/drawingml/2006/main">
              <a:ext uri="{FF2B5EF4-FFF2-40B4-BE49-F238E27FC236}">
                <a16:creationId xmlns:a16="http://schemas.microsoft.com/office/drawing/2014/main" id="{A52E404D-E384-40BE-B9ED-CF1DDDDAFB3B}"/>
              </a:ext>
            </a:extLst>
          </p:cNvPr>
          <p:cNvSpPr>
            <a:spLocks xmlns:a="http://schemas.openxmlformats.org/drawingml/2006/main" noGrp="1"/>
          </p:cNvSpPr>
          <p:nvPr/>
        </p:nvSpPr>
        <p:spPr>
          <a:xfrm xmlns:a="http://schemas.openxmlformats.org/drawingml/2006/main">
            <a:off x="5295900" y="31051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HMAC · DuckDB</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Pandas · feature</a:t>
            </a:r>
          </a:p>
        </p:txBody>
      </p:sp>
      <p:sp>
        <p:nvSpPr>
          <p:cNvPr id="18" name="">
            <a:extLst xmlns:a="http://schemas.openxmlformats.org/drawingml/2006/main">
              <a:ext uri="{FF2B5EF4-FFF2-40B4-BE49-F238E27FC236}">
                <a16:creationId xmlns:a16="http://schemas.microsoft.com/office/drawing/2014/main" id="{C194F0F9-949B-4531-9CDA-8C490BB69BFD}"/>
              </a:ext>
            </a:extLst>
          </p:cNvPr>
          <p:cNvSpPr>
            <a:spLocks xmlns:a="http://schemas.openxmlformats.org/drawingml/2006/main" noGrp="1"/>
          </p:cNvSpPr>
          <p:nvPr/>
        </p:nvSpPr>
        <p:spPr>
          <a:xfrm xmlns:a="http://schemas.openxmlformats.org/drawingml/2006/main">
            <a:off x="7077075" y="3009900"/>
            <a:ext cx="533400" cy="266700"/>
          </a:xfrm>
          <a:prstGeom xmlns:a="http://schemas.openxmlformats.org/drawingml/2006/main" prst="rightArrow">
            <a:avLst/>
          </a:prstGeom>
          <a:solidFill xmlns:a="http://schemas.openxmlformats.org/drawingml/2006/main">
            <a:srgbClr val="73A98F"/>
          </a:solidFill>
          <a:ln xmlns:a="http://schemas.openxmlformats.org/drawingml/2006/main" w="9525">
            <a:solidFill>
              <a:srgbClr val="73A98F"/>
            </a:solidFill>
            <a:prstDash val="solid"/>
          </a:ln>
        </p:spPr>
      </p:sp>
      <p:sp>
        <p:nvSpPr>
          <p:cNvPr id="19" name="">
            <a:extLst xmlns:a="http://schemas.openxmlformats.org/drawingml/2006/main">
              <a:ext uri="{FF2B5EF4-FFF2-40B4-BE49-F238E27FC236}">
                <a16:creationId xmlns:a16="http://schemas.microsoft.com/office/drawing/2014/main" id="{33C36CF1-DD16-4F5E-B1EF-C5D57E5055B4}"/>
              </a:ext>
            </a:extLst>
          </p:cNvPr>
          <p:cNvSpPr>
            <a:spLocks xmlns:a="http://schemas.openxmlformats.org/drawingml/2006/main" noGrp="1"/>
          </p:cNvSpPr>
          <p:nvPr/>
        </p:nvSpPr>
        <p:spPr>
          <a:xfrm xmlns:a="http://schemas.openxmlformats.org/drawingml/2006/main">
            <a:off x="7353300" y="2419350"/>
            <a:ext cx="186690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CAD8D2"/>
            </a:solidFill>
            <a:prstDash val="solid"/>
          </a:ln>
        </p:spPr>
      </p:sp>
      <p:sp>
        <p:nvSpPr>
          <p:cNvPr id="20" name="">
            <a:extLst xmlns:a="http://schemas.openxmlformats.org/drawingml/2006/main">
              <a:ext uri="{FF2B5EF4-FFF2-40B4-BE49-F238E27FC236}">
                <a16:creationId xmlns:a16="http://schemas.microsoft.com/office/drawing/2014/main" id="{D7D80523-5E1F-4572-ABE3-BE03B16E7ECF}"/>
              </a:ext>
            </a:extLst>
          </p:cNvPr>
          <p:cNvSpPr>
            <a:spLocks xmlns:a="http://schemas.openxmlformats.org/drawingml/2006/main" noGrp="1"/>
          </p:cNvSpPr>
          <p:nvPr/>
        </p:nvSpPr>
        <p:spPr>
          <a:xfrm xmlns:a="http://schemas.openxmlformats.org/drawingml/2006/main">
            <a:off x="7486650" y="26289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4  Khai phá</a:t>
            </a:r>
          </a:p>
        </p:txBody>
      </p:sp>
      <p:sp>
        <p:nvSpPr>
          <p:cNvPr id="21" name="">
            <a:extLst xmlns:a="http://schemas.openxmlformats.org/drawingml/2006/main">
              <a:ext uri="{FF2B5EF4-FFF2-40B4-BE49-F238E27FC236}">
                <a16:creationId xmlns:a16="http://schemas.microsoft.com/office/drawing/2014/main" id="{B7331924-9469-4CD1-8F22-8CD47018B844}"/>
              </a:ext>
            </a:extLst>
          </p:cNvPr>
          <p:cNvSpPr>
            <a:spLocks xmlns:a="http://schemas.openxmlformats.org/drawingml/2006/main" noGrp="1"/>
          </p:cNvSpPr>
          <p:nvPr/>
        </p:nvSpPr>
        <p:spPr>
          <a:xfrm xmlns:a="http://schemas.openxmlformats.org/drawingml/2006/main">
            <a:off x="7486650" y="31051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RFM · LR</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FP-Growth</a:t>
            </a:r>
          </a:p>
        </p:txBody>
      </p:sp>
      <p:sp>
        <p:nvSpPr>
          <p:cNvPr id="22" name="">
            <a:extLst xmlns:a="http://schemas.openxmlformats.org/drawingml/2006/main">
              <a:ext uri="{FF2B5EF4-FFF2-40B4-BE49-F238E27FC236}">
                <a16:creationId xmlns:a16="http://schemas.microsoft.com/office/drawing/2014/main" id="{62B30438-246F-4F6B-BE36-39D5CAC85FE9}"/>
              </a:ext>
            </a:extLst>
          </p:cNvPr>
          <p:cNvSpPr>
            <a:spLocks xmlns:a="http://schemas.openxmlformats.org/drawingml/2006/main" noGrp="1"/>
          </p:cNvSpPr>
          <p:nvPr/>
        </p:nvSpPr>
        <p:spPr>
          <a:xfrm xmlns:a="http://schemas.openxmlformats.org/drawingml/2006/main">
            <a:off x="9267825" y="3009900"/>
            <a:ext cx="533400" cy="266700"/>
          </a:xfrm>
          <a:prstGeom xmlns:a="http://schemas.openxmlformats.org/drawingml/2006/main" prst="rightArrow">
            <a:avLst/>
          </a:prstGeom>
          <a:solidFill xmlns:a="http://schemas.openxmlformats.org/drawingml/2006/main">
            <a:srgbClr val="73A98F"/>
          </a:solidFill>
          <a:ln xmlns:a="http://schemas.openxmlformats.org/drawingml/2006/main" w="9525">
            <a:solidFill>
              <a:srgbClr val="73A98F"/>
            </a:solidFill>
            <a:prstDash val="solid"/>
          </a:ln>
        </p:spPr>
      </p:sp>
      <p:sp>
        <p:nvSpPr>
          <p:cNvPr id="23" name="">
            <a:extLst xmlns:a="http://schemas.openxmlformats.org/drawingml/2006/main">
              <a:ext uri="{FF2B5EF4-FFF2-40B4-BE49-F238E27FC236}">
                <a16:creationId xmlns:a16="http://schemas.microsoft.com/office/drawing/2014/main" id="{302F5F22-FF4B-4D93-AF8C-003E3F988AB3}"/>
              </a:ext>
            </a:extLst>
          </p:cNvPr>
          <p:cNvSpPr>
            <a:spLocks xmlns:a="http://schemas.openxmlformats.org/drawingml/2006/main" noGrp="1"/>
          </p:cNvSpPr>
          <p:nvPr/>
        </p:nvSpPr>
        <p:spPr>
          <a:xfrm xmlns:a="http://schemas.openxmlformats.org/drawingml/2006/main">
            <a:off x="9544050" y="2419350"/>
            <a:ext cx="1866900" cy="1485900"/>
          </a:xfrm>
          <a:prstGeom xmlns:a="http://schemas.openxmlformats.org/drawingml/2006/main" prst="rect">
            <a:avLst/>
          </a:prstGeom>
          <a:solidFill xmlns:a="http://schemas.openxmlformats.org/drawingml/2006/main">
            <a:srgbClr val="FFFFFF"/>
          </a:solidFill>
          <a:ln xmlns:a="http://schemas.openxmlformats.org/drawingml/2006/main" w="9525">
            <a:solidFill>
              <a:srgbClr val="CAD8D2"/>
            </a:solidFill>
            <a:prstDash val="solid"/>
          </a:ln>
        </p:spPr>
      </p:sp>
      <p:sp>
        <p:nvSpPr>
          <p:cNvPr id="24" name="">
            <a:extLst xmlns:a="http://schemas.openxmlformats.org/drawingml/2006/main">
              <a:ext uri="{FF2B5EF4-FFF2-40B4-BE49-F238E27FC236}">
                <a16:creationId xmlns:a16="http://schemas.microsoft.com/office/drawing/2014/main" id="{63741685-4A32-44AF-80C9-7AD5E7E0FCF0}"/>
              </a:ext>
            </a:extLst>
          </p:cNvPr>
          <p:cNvSpPr>
            <a:spLocks xmlns:a="http://schemas.openxmlformats.org/drawingml/2006/main" noGrp="1"/>
          </p:cNvSpPr>
          <p:nvPr/>
        </p:nvSpPr>
        <p:spPr>
          <a:xfrm xmlns:a="http://schemas.openxmlformats.org/drawingml/2006/main">
            <a:off x="9677400" y="26289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5  Sử dụng</a:t>
            </a:r>
          </a:p>
        </p:txBody>
      </p:sp>
      <p:sp>
        <p:nvSpPr>
          <p:cNvPr id="25" name="">
            <a:extLst xmlns:a="http://schemas.openxmlformats.org/drawingml/2006/main">
              <a:ext uri="{FF2B5EF4-FFF2-40B4-BE49-F238E27FC236}">
                <a16:creationId xmlns:a16="http://schemas.microsoft.com/office/drawing/2014/main" id="{AE3FEC95-11B4-47C2-8159-F2C381C2681E}"/>
              </a:ext>
            </a:extLst>
          </p:cNvPr>
          <p:cNvSpPr>
            <a:spLocks xmlns:a="http://schemas.openxmlformats.org/drawingml/2006/main" noGrp="1"/>
          </p:cNvSpPr>
          <p:nvPr/>
        </p:nvSpPr>
        <p:spPr>
          <a:xfrm xmlns:a="http://schemas.openxmlformats.org/drawingml/2006/main">
            <a:off x="9677400" y="3105150"/>
            <a:ext cx="1600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Aggregate</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Dashboard · PDF</a:t>
            </a:r>
          </a:p>
        </p:txBody>
      </p:sp>
      <p:sp>
        <p:nvSpPr>
          <p:cNvPr id="26" name="">
            <a:extLst xmlns:a="http://schemas.openxmlformats.org/drawingml/2006/main">
              <a:ext uri="{FF2B5EF4-FFF2-40B4-BE49-F238E27FC236}">
                <a16:creationId xmlns:a16="http://schemas.microsoft.com/office/drawing/2014/main" id="{67773833-1734-4E42-8964-5F23CD801903}"/>
              </a:ext>
            </a:extLst>
          </p:cNvPr>
          <p:cNvSpPr>
            <a:spLocks xmlns:a="http://schemas.openxmlformats.org/drawingml/2006/main" noGrp="1"/>
          </p:cNvSpPr>
          <p:nvPr/>
        </p:nvSpPr>
        <p:spPr>
          <a:xfrm xmlns:a="http://schemas.openxmlformats.org/drawingml/2006/main">
            <a:off x="895350" y="4686300"/>
            <a:ext cx="1019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6B87"/>
                </a:solidFill>
                <a:latin typeface="Arial"/>
                <a:ea typeface="Arial"/>
                <a:cs typeface="Arial"/>
              </a:defRPr>
            </a:defPPr>
            <a:lvl1pPr algn="l">
              <a:defRPr sz="1725" b="1">
                <a:solidFill>
                  <a:srgbClr val="176B87"/>
                </a:solidFill>
                <a:latin typeface="Arial"/>
                <a:ea typeface="Arial"/>
                <a:cs typeface="Arial"/>
              </a:defRPr>
            </a:lvl1pPr>
            <a:lvl2pPr algn="l">
              <a:defRPr sz="1725" b="1">
                <a:solidFill>
                  <a:srgbClr val="176B87"/>
                </a:solidFill>
                <a:latin typeface="Arial"/>
                <a:ea typeface="Arial"/>
                <a:cs typeface="Arial"/>
              </a:defRPr>
            </a:lvl2pPr>
            <a:lvl3pPr algn="l">
              <a:defRPr sz="1725" b="1">
                <a:solidFill>
                  <a:srgbClr val="176B87"/>
                </a:solidFill>
                <a:latin typeface="Arial"/>
                <a:ea typeface="Arial"/>
                <a:cs typeface="Arial"/>
              </a:defRPr>
            </a:lvl3pPr>
            <a:lvl4pPr algn="l">
              <a:defRPr sz="1725" b="1">
                <a:solidFill>
                  <a:srgbClr val="176B87"/>
                </a:solidFill>
                <a:latin typeface="Arial"/>
                <a:ea typeface="Arial"/>
                <a:cs typeface="Arial"/>
              </a:defRPr>
            </a:lvl4pPr>
            <a:lvl5pPr algn="l">
              <a:defRPr sz="1725" b="1">
                <a:solidFill>
                  <a:srgbClr val="176B87"/>
                </a:solidFill>
                <a:latin typeface="Arial"/>
                <a:ea typeface="Arial"/>
                <a:cs typeface="Arial"/>
              </a:defRPr>
            </a:lvl5pPr>
            <a:lvl6pPr algn="l">
              <a:defRPr sz="1725" b="1">
                <a:solidFill>
                  <a:srgbClr val="176B87"/>
                </a:solidFill>
                <a:latin typeface="Arial"/>
                <a:ea typeface="Arial"/>
                <a:cs typeface="Arial"/>
              </a:defRPr>
            </a:lvl6pPr>
            <a:lvl7pPr algn="l">
              <a:defRPr sz="1725" b="1">
                <a:solidFill>
                  <a:srgbClr val="176B87"/>
                </a:solidFill>
                <a:latin typeface="Arial"/>
                <a:ea typeface="Arial"/>
                <a:cs typeface="Arial"/>
              </a:defRPr>
            </a:lvl7pPr>
            <a:lvl8pPr algn="l">
              <a:defRPr sz="1725" b="1">
                <a:solidFill>
                  <a:srgbClr val="176B87"/>
                </a:solidFill>
                <a:latin typeface="Arial"/>
                <a:ea typeface="Arial"/>
                <a:cs typeface="Arial"/>
              </a:defRPr>
            </a:lvl8pPr>
            <a:lvl9pPr algn="l">
              <a:defRPr sz="1725" b="1">
                <a:solidFill>
                  <a:srgbClr val="176B87"/>
                </a:solidFill>
                <a:latin typeface="Arial"/>
                <a:ea typeface="Arial"/>
                <a:cs typeface="Arial"/>
              </a:defRPr>
            </a:lvl9pPr>
          </a:lstStyle>
          <a:p xmlns:a="http://schemas.openxmlformats.org/drawingml/2006/main">
            <a:pPr algn="l">
              <a:defRPr sz="1725" b="1">
                <a:solidFill>
                  <a:srgbClr val="176B87"/>
                </a:solidFill>
                <a:latin typeface="Arial"/>
                <a:ea typeface="Arial"/>
                <a:cs typeface="Arial"/>
              </a:defRPr>
            </a:pPr>
            <a:r>
              <a:rPr sz="1725" b="1">
                <a:solidFill>
                  <a:srgbClr val="176B87"/>
                </a:solidFill>
                <a:latin typeface="Arial"/>
                <a:ea typeface="Arial"/>
                <a:cs typeface="Arial"/>
              </a:rPr>
              <a:t>Raw và restricted ở máy được cấp quyền. Chỉ bảng tổng hợp đã rà soát đi tới giao diện.</a:t>
            </a:r>
          </a:p>
        </p:txBody>
      </p:sp>
    </p:spTree>
    <p:extLst>
      <p:ext uri="{BB962C8B-B14F-4D97-AF65-F5344CB8AC3E}">
        <p14:creationId xmlns:p14="http://schemas.microsoft.com/office/powerpoint/2010/main" val="1076250915"/>
      </p:ext>
    </p:extLst>
  </p:cSld>
</p:sld>
</file>

<file path=ppt/slides/slide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7ACCDA6-20E4-462E-A388-9DCFD370A46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34DDA810-BA3E-4E93-BF1C-C26709170767}"/>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DỮ LIỆU</a:t>
            </a:r>
          </a:p>
        </p:txBody>
      </p:sp>
      <p:sp>
        <p:nvSpPr>
          <p:cNvPr id="3" name="">
            <a:extLst xmlns:a="http://schemas.openxmlformats.org/drawingml/2006/main">
              <a:ext uri="{FF2B5EF4-FFF2-40B4-BE49-F238E27FC236}">
                <a16:creationId xmlns:a16="http://schemas.microsoft.com/office/drawing/2014/main" id="{180B4435-1CB6-47D4-B970-C19C7C58A0DB}"/>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Snapshot lớn hơn phạm vi phân tích</a:t>
            </a:r>
          </a:p>
        </p:txBody>
      </p:sp>
      <p:sp>
        <p:nvSpPr>
          <p:cNvPr id="4" name="">
            <a:extLst xmlns:a="http://schemas.openxmlformats.org/drawingml/2006/main">
              <a:ext uri="{FF2B5EF4-FFF2-40B4-BE49-F238E27FC236}">
                <a16:creationId xmlns:a16="http://schemas.microsoft.com/office/drawing/2014/main" id="{FFE9B862-F0B1-4946-95FC-3BD1B29FBD74}"/>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1E1635BD-AB0F-4C68-8147-AE61B24F4B25}"/>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3005763C-67A1-49BE-A551-7AE9D5D4DE88}"/>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04</a:t>
            </a:r>
          </a:p>
        </p:txBody>
      </p:sp>
      <p:sp>
        <p:nvSpPr>
          <p:cNvPr id="7" name="">
            <a:extLst xmlns:a="http://schemas.openxmlformats.org/drawingml/2006/main">
              <a:ext uri="{FF2B5EF4-FFF2-40B4-BE49-F238E27FC236}">
                <a16:creationId xmlns:a16="http://schemas.microsoft.com/office/drawing/2014/main" id="{0EC0BBE7-C76C-44C2-8E78-CFDA3E8C84E5}"/>
              </a:ext>
            </a:extLst>
          </p:cNvPr>
          <p:cNvSpPr>
            <a:spLocks xmlns:a="http://schemas.openxmlformats.org/drawingml/2006/main" noGrp="1"/>
          </p:cNvSpPr>
          <p:nvPr/>
        </p:nvSpPr>
        <p:spPr>
          <a:xfrm xmlns:a="http://schemas.openxmlformats.org/drawingml/2006/main">
            <a:off x="1047750" y="2190750"/>
            <a:ext cx="285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350" b="1">
                <a:solidFill>
                  <a:srgbClr val="183D36"/>
                </a:solidFill>
                <a:latin typeface="Arial"/>
                <a:ea typeface="Arial"/>
                <a:cs typeface="Arial"/>
              </a:defRPr>
            </a:defPPr>
            <a:lvl1pPr algn="l">
              <a:defRPr sz="4350" b="1">
                <a:solidFill>
                  <a:srgbClr val="183D36"/>
                </a:solidFill>
                <a:latin typeface="Arial"/>
                <a:ea typeface="Arial"/>
                <a:cs typeface="Arial"/>
              </a:defRPr>
            </a:lvl1pPr>
            <a:lvl2pPr algn="l">
              <a:defRPr sz="4350" b="1">
                <a:solidFill>
                  <a:srgbClr val="183D36"/>
                </a:solidFill>
                <a:latin typeface="Arial"/>
                <a:ea typeface="Arial"/>
                <a:cs typeface="Arial"/>
              </a:defRPr>
            </a:lvl2pPr>
            <a:lvl3pPr algn="l">
              <a:defRPr sz="4350" b="1">
                <a:solidFill>
                  <a:srgbClr val="183D36"/>
                </a:solidFill>
                <a:latin typeface="Arial"/>
                <a:ea typeface="Arial"/>
                <a:cs typeface="Arial"/>
              </a:defRPr>
            </a:lvl3pPr>
            <a:lvl4pPr algn="l">
              <a:defRPr sz="4350" b="1">
                <a:solidFill>
                  <a:srgbClr val="183D36"/>
                </a:solidFill>
                <a:latin typeface="Arial"/>
                <a:ea typeface="Arial"/>
                <a:cs typeface="Arial"/>
              </a:defRPr>
            </a:lvl4pPr>
            <a:lvl5pPr algn="l">
              <a:defRPr sz="4350" b="1">
                <a:solidFill>
                  <a:srgbClr val="183D36"/>
                </a:solidFill>
                <a:latin typeface="Arial"/>
                <a:ea typeface="Arial"/>
                <a:cs typeface="Arial"/>
              </a:defRPr>
            </a:lvl5pPr>
            <a:lvl6pPr algn="l">
              <a:defRPr sz="4350" b="1">
                <a:solidFill>
                  <a:srgbClr val="183D36"/>
                </a:solidFill>
                <a:latin typeface="Arial"/>
                <a:ea typeface="Arial"/>
                <a:cs typeface="Arial"/>
              </a:defRPr>
            </a:lvl6pPr>
            <a:lvl7pPr algn="l">
              <a:defRPr sz="4350" b="1">
                <a:solidFill>
                  <a:srgbClr val="183D36"/>
                </a:solidFill>
                <a:latin typeface="Arial"/>
                <a:ea typeface="Arial"/>
                <a:cs typeface="Arial"/>
              </a:defRPr>
            </a:lvl7pPr>
            <a:lvl8pPr algn="l">
              <a:defRPr sz="4350" b="1">
                <a:solidFill>
                  <a:srgbClr val="183D36"/>
                </a:solidFill>
                <a:latin typeface="Arial"/>
                <a:ea typeface="Arial"/>
                <a:cs typeface="Arial"/>
              </a:defRPr>
            </a:lvl8pPr>
            <a:lvl9pPr algn="l">
              <a:defRPr sz="4350" b="1">
                <a:solidFill>
                  <a:srgbClr val="183D36"/>
                </a:solidFill>
                <a:latin typeface="Arial"/>
                <a:ea typeface="Arial"/>
                <a:cs typeface="Arial"/>
              </a:defRPr>
            </a:lvl9pPr>
          </a:lstStyle>
          <a:p xmlns:a="http://schemas.openxmlformats.org/drawingml/2006/main">
            <a:pPr algn="l">
              <a:defRPr sz="4350" b="1">
                <a:solidFill>
                  <a:srgbClr val="183D36"/>
                </a:solidFill>
                <a:latin typeface="Arial"/>
                <a:ea typeface="Arial"/>
                <a:cs typeface="Arial"/>
              </a:defRPr>
            </a:pPr>
            <a:r>
              <a:rPr sz="4350" b="1">
                <a:solidFill>
                  <a:srgbClr val="183D36"/>
                </a:solidFill>
                <a:latin typeface="Arial"/>
                <a:ea typeface="Arial"/>
                <a:cs typeface="Arial"/>
              </a:rPr>
              <a:t>12.011</a:t>
            </a:r>
          </a:p>
        </p:txBody>
      </p:sp>
      <p:sp>
        <p:nvSpPr>
          <p:cNvPr id="8" name="">
            <a:extLst xmlns:a="http://schemas.openxmlformats.org/drawingml/2006/main">
              <a:ext uri="{FF2B5EF4-FFF2-40B4-BE49-F238E27FC236}">
                <a16:creationId xmlns:a16="http://schemas.microsoft.com/office/drawing/2014/main" id="{3E7534E8-7CBC-47B9-9CA6-381CF5815112}"/>
              </a:ext>
            </a:extLst>
          </p:cNvPr>
          <p:cNvSpPr>
            <a:spLocks xmlns:a="http://schemas.openxmlformats.org/drawingml/2006/main" noGrp="1"/>
          </p:cNvSpPr>
          <p:nvPr/>
        </p:nvSpPr>
        <p:spPr>
          <a:xfrm xmlns:a="http://schemas.openxmlformats.org/drawingml/2006/main">
            <a:off x="1047750" y="2952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61736D"/>
                </a:solidFill>
                <a:latin typeface="Arial"/>
                <a:ea typeface="Arial"/>
                <a:cs typeface="Arial"/>
              </a:defRPr>
            </a:defPPr>
            <a:lvl1pPr algn="l">
              <a:defRPr sz="1725" b="0">
                <a:solidFill>
                  <a:srgbClr val="61736D"/>
                </a:solidFill>
                <a:latin typeface="Arial"/>
                <a:ea typeface="Arial"/>
                <a:cs typeface="Arial"/>
              </a:defRPr>
            </a:lvl1pPr>
            <a:lvl2pPr algn="l">
              <a:defRPr sz="1725" b="0">
                <a:solidFill>
                  <a:srgbClr val="61736D"/>
                </a:solidFill>
                <a:latin typeface="Arial"/>
                <a:ea typeface="Arial"/>
                <a:cs typeface="Arial"/>
              </a:defRPr>
            </a:lvl2pPr>
            <a:lvl3pPr algn="l">
              <a:defRPr sz="1725" b="0">
                <a:solidFill>
                  <a:srgbClr val="61736D"/>
                </a:solidFill>
                <a:latin typeface="Arial"/>
                <a:ea typeface="Arial"/>
                <a:cs typeface="Arial"/>
              </a:defRPr>
            </a:lvl3pPr>
            <a:lvl4pPr algn="l">
              <a:defRPr sz="1725" b="0">
                <a:solidFill>
                  <a:srgbClr val="61736D"/>
                </a:solidFill>
                <a:latin typeface="Arial"/>
                <a:ea typeface="Arial"/>
                <a:cs typeface="Arial"/>
              </a:defRPr>
            </a:lvl4pPr>
            <a:lvl5pPr algn="l">
              <a:defRPr sz="1725" b="0">
                <a:solidFill>
                  <a:srgbClr val="61736D"/>
                </a:solidFill>
                <a:latin typeface="Arial"/>
                <a:ea typeface="Arial"/>
                <a:cs typeface="Arial"/>
              </a:defRPr>
            </a:lvl5pPr>
            <a:lvl6pPr algn="l">
              <a:defRPr sz="1725" b="0">
                <a:solidFill>
                  <a:srgbClr val="61736D"/>
                </a:solidFill>
                <a:latin typeface="Arial"/>
                <a:ea typeface="Arial"/>
                <a:cs typeface="Arial"/>
              </a:defRPr>
            </a:lvl6pPr>
            <a:lvl7pPr algn="l">
              <a:defRPr sz="1725" b="0">
                <a:solidFill>
                  <a:srgbClr val="61736D"/>
                </a:solidFill>
                <a:latin typeface="Arial"/>
                <a:ea typeface="Arial"/>
                <a:cs typeface="Arial"/>
              </a:defRPr>
            </a:lvl7pPr>
            <a:lvl8pPr algn="l">
              <a:defRPr sz="1725" b="0">
                <a:solidFill>
                  <a:srgbClr val="61736D"/>
                </a:solidFill>
                <a:latin typeface="Arial"/>
                <a:ea typeface="Arial"/>
                <a:cs typeface="Arial"/>
              </a:defRPr>
            </a:lvl8pPr>
            <a:lvl9pPr algn="l">
              <a:defRPr sz="1725" b="0">
                <a:solidFill>
                  <a:srgbClr val="61736D"/>
                </a:solidFill>
                <a:latin typeface="Arial"/>
                <a:ea typeface="Arial"/>
                <a:cs typeface="Arial"/>
              </a:defRPr>
            </a:lvl9pPr>
          </a:lstStyle>
          <a:p xmlns:a="http://schemas.openxmlformats.org/drawingml/2006/main">
            <a:pPr algn="l">
              <a:defRPr sz="1725" b="0">
                <a:solidFill>
                  <a:srgbClr val="61736D"/>
                </a:solidFill>
                <a:latin typeface="Arial"/>
                <a:ea typeface="Arial"/>
                <a:cs typeface="Arial"/>
              </a:defRPr>
            </a:pPr>
            <a:r>
              <a:rPr sz="1725" b="0">
                <a:solidFill>
                  <a:srgbClr val="61736D"/>
                </a:solidFill>
                <a:latin typeface="Arial"/>
                <a:ea typeface="Arial"/>
                <a:cs typeface="Arial"/>
              </a:rPr>
              <a:t>đơn trong snapshot</a:t>
            </a:r>
          </a:p>
        </p:txBody>
      </p:sp>
      <p:sp>
        <p:nvSpPr>
          <p:cNvPr id="9" name="">
            <a:extLst xmlns:a="http://schemas.openxmlformats.org/drawingml/2006/main">
              <a:ext uri="{FF2B5EF4-FFF2-40B4-BE49-F238E27FC236}">
                <a16:creationId xmlns:a16="http://schemas.microsoft.com/office/drawing/2014/main" id="{A4A5B693-45A4-4C8B-842F-63C347200377}"/>
              </a:ext>
            </a:extLst>
          </p:cNvPr>
          <p:cNvSpPr>
            <a:spLocks xmlns:a="http://schemas.openxmlformats.org/drawingml/2006/main" noGrp="1"/>
          </p:cNvSpPr>
          <p:nvPr/>
        </p:nvSpPr>
        <p:spPr>
          <a:xfrm xmlns:a="http://schemas.openxmlformats.org/drawingml/2006/main">
            <a:off x="4762500" y="2381250"/>
            <a:ext cx="28575" cy="1733550"/>
          </a:xfrm>
          <a:prstGeom xmlns:a="http://schemas.openxmlformats.org/drawingml/2006/main" prst="rect">
            <a:avLst/>
          </a:prstGeom>
          <a:solidFill xmlns:a="http://schemas.openxmlformats.org/drawingml/2006/main">
            <a:srgbClr val="CAD8D2"/>
          </a:solidFill>
          <a:ln xmlns:a="http://schemas.openxmlformats.org/drawingml/2006/main" w="9525">
            <a:solidFill>
              <a:srgbClr val="CAD8D2"/>
            </a:solidFill>
            <a:prstDash val="solid"/>
          </a:ln>
        </p:spPr>
      </p:sp>
      <p:sp>
        <p:nvSpPr>
          <p:cNvPr id="10" name="">
            <a:extLst xmlns:a="http://schemas.openxmlformats.org/drawingml/2006/main">
              <a:ext uri="{FF2B5EF4-FFF2-40B4-BE49-F238E27FC236}">
                <a16:creationId xmlns:a16="http://schemas.microsoft.com/office/drawing/2014/main" id="{AAC1D2C8-255D-46CF-AC3E-E51EB49ABE41}"/>
              </a:ext>
            </a:extLst>
          </p:cNvPr>
          <p:cNvSpPr>
            <a:spLocks xmlns:a="http://schemas.openxmlformats.org/drawingml/2006/main" noGrp="1"/>
          </p:cNvSpPr>
          <p:nvPr/>
        </p:nvSpPr>
        <p:spPr>
          <a:xfrm xmlns:a="http://schemas.openxmlformats.org/drawingml/2006/main">
            <a:off x="5429250" y="2190750"/>
            <a:ext cx="285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4350" b="1">
                <a:solidFill>
                  <a:srgbClr val="176B87"/>
                </a:solidFill>
                <a:latin typeface="Arial"/>
                <a:ea typeface="Arial"/>
                <a:cs typeface="Arial"/>
              </a:defRPr>
            </a:defPPr>
            <a:lvl1pPr algn="l">
              <a:defRPr sz="4350" b="1">
                <a:solidFill>
                  <a:srgbClr val="176B87"/>
                </a:solidFill>
                <a:latin typeface="Arial"/>
                <a:ea typeface="Arial"/>
                <a:cs typeface="Arial"/>
              </a:defRPr>
            </a:lvl1pPr>
            <a:lvl2pPr algn="l">
              <a:defRPr sz="4350" b="1">
                <a:solidFill>
                  <a:srgbClr val="176B87"/>
                </a:solidFill>
                <a:latin typeface="Arial"/>
                <a:ea typeface="Arial"/>
                <a:cs typeface="Arial"/>
              </a:defRPr>
            </a:lvl2pPr>
            <a:lvl3pPr algn="l">
              <a:defRPr sz="4350" b="1">
                <a:solidFill>
                  <a:srgbClr val="176B87"/>
                </a:solidFill>
                <a:latin typeface="Arial"/>
                <a:ea typeface="Arial"/>
                <a:cs typeface="Arial"/>
              </a:defRPr>
            </a:lvl3pPr>
            <a:lvl4pPr algn="l">
              <a:defRPr sz="4350" b="1">
                <a:solidFill>
                  <a:srgbClr val="176B87"/>
                </a:solidFill>
                <a:latin typeface="Arial"/>
                <a:ea typeface="Arial"/>
                <a:cs typeface="Arial"/>
              </a:defRPr>
            </a:lvl4pPr>
            <a:lvl5pPr algn="l">
              <a:defRPr sz="4350" b="1">
                <a:solidFill>
                  <a:srgbClr val="176B87"/>
                </a:solidFill>
                <a:latin typeface="Arial"/>
                <a:ea typeface="Arial"/>
                <a:cs typeface="Arial"/>
              </a:defRPr>
            </a:lvl5pPr>
            <a:lvl6pPr algn="l">
              <a:defRPr sz="4350" b="1">
                <a:solidFill>
                  <a:srgbClr val="176B87"/>
                </a:solidFill>
                <a:latin typeface="Arial"/>
                <a:ea typeface="Arial"/>
                <a:cs typeface="Arial"/>
              </a:defRPr>
            </a:lvl6pPr>
            <a:lvl7pPr algn="l">
              <a:defRPr sz="4350" b="1">
                <a:solidFill>
                  <a:srgbClr val="176B87"/>
                </a:solidFill>
                <a:latin typeface="Arial"/>
                <a:ea typeface="Arial"/>
                <a:cs typeface="Arial"/>
              </a:defRPr>
            </a:lvl7pPr>
            <a:lvl8pPr algn="l">
              <a:defRPr sz="4350" b="1">
                <a:solidFill>
                  <a:srgbClr val="176B87"/>
                </a:solidFill>
                <a:latin typeface="Arial"/>
                <a:ea typeface="Arial"/>
                <a:cs typeface="Arial"/>
              </a:defRPr>
            </a:lvl8pPr>
            <a:lvl9pPr algn="l">
              <a:defRPr sz="4350" b="1">
                <a:solidFill>
                  <a:srgbClr val="176B87"/>
                </a:solidFill>
                <a:latin typeface="Arial"/>
                <a:ea typeface="Arial"/>
                <a:cs typeface="Arial"/>
              </a:defRPr>
            </a:lvl9pPr>
          </a:lstStyle>
          <a:p xmlns:a="http://schemas.openxmlformats.org/drawingml/2006/main">
            <a:pPr algn="l">
              <a:defRPr sz="4350" b="1">
                <a:solidFill>
                  <a:srgbClr val="176B87"/>
                </a:solidFill>
                <a:latin typeface="Arial"/>
                <a:ea typeface="Arial"/>
                <a:cs typeface="Arial"/>
              </a:defRPr>
            </a:pPr>
            <a:r>
              <a:rPr sz="4350" b="1">
                <a:solidFill>
                  <a:srgbClr val="176B87"/>
                </a:solidFill>
                <a:latin typeface="Arial"/>
                <a:ea typeface="Arial"/>
                <a:cs typeface="Arial"/>
              </a:rPr>
              <a:t>6.517</a:t>
            </a:r>
          </a:p>
        </p:txBody>
      </p:sp>
      <p:sp>
        <p:nvSpPr>
          <p:cNvPr id="11" name="">
            <a:extLst xmlns:a="http://schemas.openxmlformats.org/drawingml/2006/main">
              <a:ext uri="{FF2B5EF4-FFF2-40B4-BE49-F238E27FC236}">
                <a16:creationId xmlns:a16="http://schemas.microsoft.com/office/drawing/2014/main" id="{C257A784-E80A-4602-9C6D-E8E43E97DC93}"/>
              </a:ext>
            </a:extLst>
          </p:cNvPr>
          <p:cNvSpPr>
            <a:spLocks xmlns:a="http://schemas.openxmlformats.org/drawingml/2006/main" noGrp="1"/>
          </p:cNvSpPr>
          <p:nvPr/>
        </p:nvSpPr>
        <p:spPr>
          <a:xfrm xmlns:a="http://schemas.openxmlformats.org/drawingml/2006/main">
            <a:off x="5429250" y="29527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61736D"/>
                </a:solidFill>
                <a:latin typeface="Arial"/>
                <a:ea typeface="Arial"/>
                <a:cs typeface="Arial"/>
              </a:defRPr>
            </a:defPPr>
            <a:lvl1pPr algn="l">
              <a:defRPr sz="1725" b="0">
                <a:solidFill>
                  <a:srgbClr val="61736D"/>
                </a:solidFill>
                <a:latin typeface="Arial"/>
                <a:ea typeface="Arial"/>
                <a:cs typeface="Arial"/>
              </a:defRPr>
            </a:lvl1pPr>
            <a:lvl2pPr algn="l">
              <a:defRPr sz="1725" b="0">
                <a:solidFill>
                  <a:srgbClr val="61736D"/>
                </a:solidFill>
                <a:latin typeface="Arial"/>
                <a:ea typeface="Arial"/>
                <a:cs typeface="Arial"/>
              </a:defRPr>
            </a:lvl2pPr>
            <a:lvl3pPr algn="l">
              <a:defRPr sz="1725" b="0">
                <a:solidFill>
                  <a:srgbClr val="61736D"/>
                </a:solidFill>
                <a:latin typeface="Arial"/>
                <a:ea typeface="Arial"/>
                <a:cs typeface="Arial"/>
              </a:defRPr>
            </a:lvl3pPr>
            <a:lvl4pPr algn="l">
              <a:defRPr sz="1725" b="0">
                <a:solidFill>
                  <a:srgbClr val="61736D"/>
                </a:solidFill>
                <a:latin typeface="Arial"/>
                <a:ea typeface="Arial"/>
                <a:cs typeface="Arial"/>
              </a:defRPr>
            </a:lvl4pPr>
            <a:lvl5pPr algn="l">
              <a:defRPr sz="1725" b="0">
                <a:solidFill>
                  <a:srgbClr val="61736D"/>
                </a:solidFill>
                <a:latin typeface="Arial"/>
                <a:ea typeface="Arial"/>
                <a:cs typeface="Arial"/>
              </a:defRPr>
            </a:lvl5pPr>
            <a:lvl6pPr algn="l">
              <a:defRPr sz="1725" b="0">
                <a:solidFill>
                  <a:srgbClr val="61736D"/>
                </a:solidFill>
                <a:latin typeface="Arial"/>
                <a:ea typeface="Arial"/>
                <a:cs typeface="Arial"/>
              </a:defRPr>
            </a:lvl6pPr>
            <a:lvl7pPr algn="l">
              <a:defRPr sz="1725" b="0">
                <a:solidFill>
                  <a:srgbClr val="61736D"/>
                </a:solidFill>
                <a:latin typeface="Arial"/>
                <a:ea typeface="Arial"/>
                <a:cs typeface="Arial"/>
              </a:defRPr>
            </a:lvl7pPr>
            <a:lvl8pPr algn="l">
              <a:defRPr sz="1725" b="0">
                <a:solidFill>
                  <a:srgbClr val="61736D"/>
                </a:solidFill>
                <a:latin typeface="Arial"/>
                <a:ea typeface="Arial"/>
                <a:cs typeface="Arial"/>
              </a:defRPr>
            </a:lvl8pPr>
            <a:lvl9pPr algn="l">
              <a:defRPr sz="1725" b="0">
                <a:solidFill>
                  <a:srgbClr val="61736D"/>
                </a:solidFill>
                <a:latin typeface="Arial"/>
                <a:ea typeface="Arial"/>
                <a:cs typeface="Arial"/>
              </a:defRPr>
            </a:lvl9pPr>
          </a:lstStyle>
          <a:p xmlns:a="http://schemas.openxmlformats.org/drawingml/2006/main">
            <a:pPr algn="l">
              <a:defRPr sz="1725" b="0">
                <a:solidFill>
                  <a:srgbClr val="61736D"/>
                </a:solidFill>
                <a:latin typeface="Arial"/>
                <a:ea typeface="Arial"/>
                <a:cs typeface="Arial"/>
              </a:defRPr>
            </a:pPr>
            <a:r>
              <a:rPr sz="1725" b="0">
                <a:solidFill>
                  <a:srgbClr val="61736D"/>
                </a:solidFill>
                <a:latin typeface="Arial"/>
                <a:ea typeface="Arial"/>
                <a:cs typeface="Arial"/>
              </a:rPr>
              <a:t>đơn trong DEV</a:t>
            </a:r>
          </a:p>
        </p:txBody>
      </p:sp>
      <p:sp>
        <p:nvSpPr>
          <p:cNvPr id="12" name="">
            <a:extLst xmlns:a="http://schemas.openxmlformats.org/drawingml/2006/main">
              <a:ext uri="{FF2B5EF4-FFF2-40B4-BE49-F238E27FC236}">
                <a16:creationId xmlns:a16="http://schemas.microsoft.com/office/drawing/2014/main" id="{C2B45095-E096-4EE2-BC55-C6A71BE86FB3}"/>
              </a:ext>
            </a:extLst>
          </p:cNvPr>
          <p:cNvSpPr>
            <a:spLocks xmlns:a="http://schemas.openxmlformats.org/drawingml/2006/main" noGrp="1"/>
          </p:cNvSpPr>
          <p:nvPr/>
        </p:nvSpPr>
        <p:spPr>
          <a:xfrm xmlns:a="http://schemas.openxmlformats.org/drawingml/2006/main">
            <a:off x="5429250" y="36671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700" b="1">
                <a:solidFill>
                  <a:srgbClr val="183D36"/>
                </a:solidFill>
                <a:latin typeface="Arial"/>
                <a:ea typeface="Arial"/>
                <a:cs typeface="Arial"/>
              </a:defRPr>
            </a:defPPr>
            <a:lvl1pPr algn="l">
              <a:defRPr sz="2700" b="1">
                <a:solidFill>
                  <a:srgbClr val="183D36"/>
                </a:solidFill>
                <a:latin typeface="Arial"/>
                <a:ea typeface="Arial"/>
                <a:cs typeface="Arial"/>
              </a:defRPr>
            </a:lvl1pPr>
            <a:lvl2pPr algn="l">
              <a:defRPr sz="2700" b="1">
                <a:solidFill>
                  <a:srgbClr val="183D36"/>
                </a:solidFill>
                <a:latin typeface="Arial"/>
                <a:ea typeface="Arial"/>
                <a:cs typeface="Arial"/>
              </a:defRPr>
            </a:lvl2pPr>
            <a:lvl3pPr algn="l">
              <a:defRPr sz="2700" b="1">
                <a:solidFill>
                  <a:srgbClr val="183D36"/>
                </a:solidFill>
                <a:latin typeface="Arial"/>
                <a:ea typeface="Arial"/>
                <a:cs typeface="Arial"/>
              </a:defRPr>
            </a:lvl3pPr>
            <a:lvl4pPr algn="l">
              <a:defRPr sz="2700" b="1">
                <a:solidFill>
                  <a:srgbClr val="183D36"/>
                </a:solidFill>
                <a:latin typeface="Arial"/>
                <a:ea typeface="Arial"/>
                <a:cs typeface="Arial"/>
              </a:defRPr>
            </a:lvl4pPr>
            <a:lvl5pPr algn="l">
              <a:defRPr sz="2700" b="1">
                <a:solidFill>
                  <a:srgbClr val="183D36"/>
                </a:solidFill>
                <a:latin typeface="Arial"/>
                <a:ea typeface="Arial"/>
                <a:cs typeface="Arial"/>
              </a:defRPr>
            </a:lvl5pPr>
            <a:lvl6pPr algn="l">
              <a:defRPr sz="2700" b="1">
                <a:solidFill>
                  <a:srgbClr val="183D36"/>
                </a:solidFill>
                <a:latin typeface="Arial"/>
                <a:ea typeface="Arial"/>
                <a:cs typeface="Arial"/>
              </a:defRPr>
            </a:lvl6pPr>
            <a:lvl7pPr algn="l">
              <a:defRPr sz="2700" b="1">
                <a:solidFill>
                  <a:srgbClr val="183D36"/>
                </a:solidFill>
                <a:latin typeface="Arial"/>
                <a:ea typeface="Arial"/>
                <a:cs typeface="Arial"/>
              </a:defRPr>
            </a:lvl7pPr>
            <a:lvl8pPr algn="l">
              <a:defRPr sz="2700" b="1">
                <a:solidFill>
                  <a:srgbClr val="183D36"/>
                </a:solidFill>
                <a:latin typeface="Arial"/>
                <a:ea typeface="Arial"/>
                <a:cs typeface="Arial"/>
              </a:defRPr>
            </a:lvl8pPr>
            <a:lvl9pPr algn="l">
              <a:defRPr sz="2700" b="1">
                <a:solidFill>
                  <a:srgbClr val="183D36"/>
                </a:solidFill>
                <a:latin typeface="Arial"/>
                <a:ea typeface="Arial"/>
                <a:cs typeface="Arial"/>
              </a:defRPr>
            </a:lvl9pPr>
          </a:lstStyle>
          <a:p xmlns:a="http://schemas.openxmlformats.org/drawingml/2006/main">
            <a:pPr algn="l">
              <a:defRPr sz="2700" b="1">
                <a:solidFill>
                  <a:srgbClr val="183D36"/>
                </a:solidFill>
                <a:latin typeface="Arial"/>
                <a:ea typeface="Arial"/>
                <a:cs typeface="Arial"/>
              </a:defRPr>
            </a:pPr>
            <a:r>
              <a:rPr sz="2700" b="1">
                <a:solidFill>
                  <a:srgbClr val="183D36"/>
                </a:solidFill>
                <a:latin typeface="Arial"/>
                <a:ea typeface="Arial"/>
                <a:cs typeface="Arial"/>
              </a:rPr>
              <a:t>6.400</a:t>
            </a:r>
          </a:p>
        </p:txBody>
      </p:sp>
      <p:sp>
        <p:nvSpPr>
          <p:cNvPr id="13" name="">
            <a:extLst xmlns:a="http://schemas.openxmlformats.org/drawingml/2006/main">
              <a:ext uri="{FF2B5EF4-FFF2-40B4-BE49-F238E27FC236}">
                <a16:creationId xmlns:a16="http://schemas.microsoft.com/office/drawing/2014/main" id="{01844572-ADD3-43D6-9EEA-42E0C6A1F573}"/>
              </a:ext>
            </a:extLst>
          </p:cNvPr>
          <p:cNvSpPr>
            <a:spLocks xmlns:a="http://schemas.openxmlformats.org/drawingml/2006/main" noGrp="1"/>
          </p:cNvSpPr>
          <p:nvPr/>
        </p:nvSpPr>
        <p:spPr>
          <a:xfrm xmlns:a="http://schemas.openxmlformats.org/drawingml/2006/main">
            <a:off x="7239000" y="37528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61736D"/>
                </a:solidFill>
                <a:latin typeface="Arial"/>
                <a:ea typeface="Arial"/>
                <a:cs typeface="Arial"/>
              </a:defRPr>
            </a:defPPr>
            <a:lvl1pPr algn="l">
              <a:defRPr sz="1650" b="0">
                <a:solidFill>
                  <a:srgbClr val="61736D"/>
                </a:solidFill>
                <a:latin typeface="Arial"/>
                <a:ea typeface="Arial"/>
                <a:cs typeface="Arial"/>
              </a:defRPr>
            </a:lvl1pPr>
            <a:lvl2pPr algn="l">
              <a:defRPr sz="1650" b="0">
                <a:solidFill>
                  <a:srgbClr val="61736D"/>
                </a:solidFill>
                <a:latin typeface="Arial"/>
                <a:ea typeface="Arial"/>
                <a:cs typeface="Arial"/>
              </a:defRPr>
            </a:lvl2pPr>
            <a:lvl3pPr algn="l">
              <a:defRPr sz="1650" b="0">
                <a:solidFill>
                  <a:srgbClr val="61736D"/>
                </a:solidFill>
                <a:latin typeface="Arial"/>
                <a:ea typeface="Arial"/>
                <a:cs typeface="Arial"/>
              </a:defRPr>
            </a:lvl3pPr>
            <a:lvl4pPr algn="l">
              <a:defRPr sz="1650" b="0">
                <a:solidFill>
                  <a:srgbClr val="61736D"/>
                </a:solidFill>
                <a:latin typeface="Arial"/>
                <a:ea typeface="Arial"/>
                <a:cs typeface="Arial"/>
              </a:defRPr>
            </a:lvl4pPr>
            <a:lvl5pPr algn="l">
              <a:defRPr sz="1650" b="0">
                <a:solidFill>
                  <a:srgbClr val="61736D"/>
                </a:solidFill>
                <a:latin typeface="Arial"/>
                <a:ea typeface="Arial"/>
                <a:cs typeface="Arial"/>
              </a:defRPr>
            </a:lvl5pPr>
            <a:lvl6pPr algn="l">
              <a:defRPr sz="1650" b="0">
                <a:solidFill>
                  <a:srgbClr val="61736D"/>
                </a:solidFill>
                <a:latin typeface="Arial"/>
                <a:ea typeface="Arial"/>
                <a:cs typeface="Arial"/>
              </a:defRPr>
            </a:lvl6pPr>
            <a:lvl7pPr algn="l">
              <a:defRPr sz="1650" b="0">
                <a:solidFill>
                  <a:srgbClr val="61736D"/>
                </a:solidFill>
                <a:latin typeface="Arial"/>
                <a:ea typeface="Arial"/>
                <a:cs typeface="Arial"/>
              </a:defRPr>
            </a:lvl7pPr>
            <a:lvl8pPr algn="l">
              <a:defRPr sz="1650" b="0">
                <a:solidFill>
                  <a:srgbClr val="61736D"/>
                </a:solidFill>
                <a:latin typeface="Arial"/>
                <a:ea typeface="Arial"/>
                <a:cs typeface="Arial"/>
              </a:defRPr>
            </a:lvl8pPr>
            <a:lvl9pPr algn="l">
              <a:defRPr sz="1650" b="0">
                <a:solidFill>
                  <a:srgbClr val="61736D"/>
                </a:solidFill>
                <a:latin typeface="Arial"/>
                <a:ea typeface="Arial"/>
                <a:cs typeface="Arial"/>
              </a:defRPr>
            </a:lvl9pPr>
          </a:lstStyle>
          <a:p xmlns:a="http://schemas.openxmlformats.org/drawingml/2006/main">
            <a:pPr algn="l">
              <a:defRPr sz="1650" b="0">
                <a:solidFill>
                  <a:srgbClr val="61736D"/>
                </a:solidFill>
                <a:latin typeface="Arial"/>
                <a:ea typeface="Arial"/>
                <a:cs typeface="Arial"/>
              </a:defRPr>
            </a:pPr>
            <a:r>
              <a:rPr sz="1650" b="0">
                <a:solidFill>
                  <a:srgbClr val="61736D"/>
                </a:solidFill>
                <a:latin typeface="Arial"/>
                <a:ea typeface="Arial"/>
                <a:cs typeface="Arial"/>
              </a:rPr>
              <a:t>đơn status 3</a:t>
            </a:r>
          </a:p>
        </p:txBody>
      </p:sp>
      <p:sp>
        <p:nvSpPr>
          <p:cNvPr id="14" name="">
            <a:extLst xmlns:a="http://schemas.openxmlformats.org/drawingml/2006/main">
              <a:ext uri="{FF2B5EF4-FFF2-40B4-BE49-F238E27FC236}">
                <a16:creationId xmlns:a16="http://schemas.microsoft.com/office/drawing/2014/main" id="{1186A00D-DAA2-4820-BA5B-7730215D97DF}"/>
              </a:ext>
            </a:extLst>
          </p:cNvPr>
          <p:cNvSpPr>
            <a:spLocks xmlns:a="http://schemas.openxmlformats.org/drawingml/2006/main" noGrp="1"/>
          </p:cNvSpPr>
          <p:nvPr/>
        </p:nvSpPr>
        <p:spPr>
          <a:xfrm xmlns:a="http://schemas.openxmlformats.org/drawingml/2006/main">
            <a:off x="1047750" y="4762500"/>
            <a:ext cx="9763125"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5" name="">
            <a:extLst xmlns:a="http://schemas.openxmlformats.org/drawingml/2006/main">
              <a:ext uri="{FF2B5EF4-FFF2-40B4-BE49-F238E27FC236}">
                <a16:creationId xmlns:a16="http://schemas.microsoft.com/office/drawing/2014/main" id="{6000C3BC-14BB-484B-980C-9422573752BF}"/>
              </a:ext>
            </a:extLst>
          </p:cNvPr>
          <p:cNvSpPr>
            <a:spLocks xmlns:a="http://schemas.openxmlformats.org/drawingml/2006/main" noGrp="1"/>
          </p:cNvSpPr>
          <p:nvPr/>
        </p:nvSpPr>
        <p:spPr>
          <a:xfrm xmlns:a="http://schemas.openxmlformats.org/drawingml/2006/main">
            <a:off x="1047750" y="50101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24332F"/>
                </a:solidFill>
                <a:latin typeface="Arial"/>
                <a:ea typeface="Arial"/>
                <a:cs typeface="Arial"/>
              </a:defRPr>
            </a:defPPr>
            <a:lvl1pPr algn="l">
              <a:defRPr sz="1650" b="1">
                <a:solidFill>
                  <a:srgbClr val="24332F"/>
                </a:solidFill>
                <a:latin typeface="Arial"/>
                <a:ea typeface="Arial"/>
                <a:cs typeface="Arial"/>
              </a:defRPr>
            </a:lvl1pPr>
            <a:lvl2pPr algn="l">
              <a:defRPr sz="1650" b="1">
                <a:solidFill>
                  <a:srgbClr val="24332F"/>
                </a:solidFill>
                <a:latin typeface="Arial"/>
                <a:ea typeface="Arial"/>
                <a:cs typeface="Arial"/>
              </a:defRPr>
            </a:lvl2pPr>
            <a:lvl3pPr algn="l">
              <a:defRPr sz="1650" b="1">
                <a:solidFill>
                  <a:srgbClr val="24332F"/>
                </a:solidFill>
                <a:latin typeface="Arial"/>
                <a:ea typeface="Arial"/>
                <a:cs typeface="Arial"/>
              </a:defRPr>
            </a:lvl3pPr>
            <a:lvl4pPr algn="l">
              <a:defRPr sz="1650" b="1">
                <a:solidFill>
                  <a:srgbClr val="24332F"/>
                </a:solidFill>
                <a:latin typeface="Arial"/>
                <a:ea typeface="Arial"/>
                <a:cs typeface="Arial"/>
              </a:defRPr>
            </a:lvl4pPr>
            <a:lvl5pPr algn="l">
              <a:defRPr sz="1650" b="1">
                <a:solidFill>
                  <a:srgbClr val="24332F"/>
                </a:solidFill>
                <a:latin typeface="Arial"/>
                <a:ea typeface="Arial"/>
                <a:cs typeface="Arial"/>
              </a:defRPr>
            </a:lvl5pPr>
            <a:lvl6pPr algn="l">
              <a:defRPr sz="1650" b="1">
                <a:solidFill>
                  <a:srgbClr val="24332F"/>
                </a:solidFill>
                <a:latin typeface="Arial"/>
                <a:ea typeface="Arial"/>
                <a:cs typeface="Arial"/>
              </a:defRPr>
            </a:lvl6pPr>
            <a:lvl7pPr algn="l">
              <a:defRPr sz="1650" b="1">
                <a:solidFill>
                  <a:srgbClr val="24332F"/>
                </a:solidFill>
                <a:latin typeface="Arial"/>
                <a:ea typeface="Arial"/>
                <a:cs typeface="Arial"/>
              </a:defRPr>
            </a:lvl7pPr>
            <a:lvl8pPr algn="l">
              <a:defRPr sz="1650" b="1">
                <a:solidFill>
                  <a:srgbClr val="24332F"/>
                </a:solidFill>
                <a:latin typeface="Arial"/>
                <a:ea typeface="Arial"/>
                <a:cs typeface="Arial"/>
              </a:defRPr>
            </a:lvl8pPr>
            <a:lvl9pPr algn="l">
              <a:defRPr sz="1650" b="1">
                <a:solidFill>
                  <a:srgbClr val="24332F"/>
                </a:solidFill>
                <a:latin typeface="Arial"/>
                <a:ea typeface="Arial"/>
                <a:cs typeface="Arial"/>
              </a:defRPr>
            </a:lvl9pPr>
          </a:lstStyle>
          <a:p xmlns:a="http://schemas.openxmlformats.org/drawingml/2006/main">
            <a:pPr algn="l">
              <a:defRPr sz="1650" b="1">
                <a:solidFill>
                  <a:srgbClr val="24332F"/>
                </a:solidFill>
                <a:latin typeface="Arial"/>
                <a:ea typeface="Arial"/>
                <a:cs typeface="Arial"/>
              </a:defRPr>
            </a:pPr>
            <a:r>
              <a:rPr sz="1650" b="1">
                <a:solidFill>
                  <a:srgbClr val="24332F"/>
                </a:solidFill>
                <a:latin typeface="Arial"/>
                <a:ea typeface="Arial"/>
                <a:cs typeface="Arial"/>
              </a:rPr>
              <a:t>DEV: 2024-04-01 đến trước 2025-10-22  ·  giờ Asia/Ho_Chi_Minh</a:t>
            </a:r>
          </a:p>
        </p:txBody>
      </p:sp>
      <p:sp>
        <p:nvSpPr>
          <p:cNvPr id="16" name="">
            <a:extLst xmlns:a="http://schemas.openxmlformats.org/drawingml/2006/main">
              <a:ext uri="{FF2B5EF4-FFF2-40B4-BE49-F238E27FC236}">
                <a16:creationId xmlns:a16="http://schemas.microsoft.com/office/drawing/2014/main" id="{610B4C27-0FE6-4B0B-8876-0CAE64B587A9}"/>
              </a:ext>
            </a:extLst>
          </p:cNvPr>
          <p:cNvSpPr>
            <a:spLocks xmlns:a="http://schemas.openxmlformats.org/drawingml/2006/main" noGrp="1"/>
          </p:cNvSpPr>
          <p:nvPr/>
        </p:nvSpPr>
        <p:spPr>
          <a:xfrm xmlns:a="http://schemas.openxmlformats.org/drawingml/2006/main">
            <a:off x="1047750" y="5534025"/>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61736D"/>
                </a:solidFill>
                <a:latin typeface="Arial"/>
                <a:ea typeface="Arial"/>
                <a:cs typeface="Arial"/>
              </a:defRPr>
            </a:defPPr>
            <a:lvl1pPr algn="l">
              <a:defRPr sz="1500" b="0">
                <a:solidFill>
                  <a:srgbClr val="61736D"/>
                </a:solidFill>
                <a:latin typeface="Arial"/>
                <a:ea typeface="Arial"/>
                <a:cs typeface="Arial"/>
              </a:defRPr>
            </a:lvl1pPr>
            <a:lvl2pPr algn="l">
              <a:defRPr sz="1500" b="0">
                <a:solidFill>
                  <a:srgbClr val="61736D"/>
                </a:solidFill>
                <a:latin typeface="Arial"/>
                <a:ea typeface="Arial"/>
                <a:cs typeface="Arial"/>
              </a:defRPr>
            </a:lvl2pPr>
            <a:lvl3pPr algn="l">
              <a:defRPr sz="1500" b="0">
                <a:solidFill>
                  <a:srgbClr val="61736D"/>
                </a:solidFill>
                <a:latin typeface="Arial"/>
                <a:ea typeface="Arial"/>
                <a:cs typeface="Arial"/>
              </a:defRPr>
            </a:lvl3pPr>
            <a:lvl4pPr algn="l">
              <a:defRPr sz="1500" b="0">
                <a:solidFill>
                  <a:srgbClr val="61736D"/>
                </a:solidFill>
                <a:latin typeface="Arial"/>
                <a:ea typeface="Arial"/>
                <a:cs typeface="Arial"/>
              </a:defRPr>
            </a:lvl4pPr>
            <a:lvl5pPr algn="l">
              <a:defRPr sz="1500" b="0">
                <a:solidFill>
                  <a:srgbClr val="61736D"/>
                </a:solidFill>
                <a:latin typeface="Arial"/>
                <a:ea typeface="Arial"/>
                <a:cs typeface="Arial"/>
              </a:defRPr>
            </a:lvl5pPr>
            <a:lvl6pPr algn="l">
              <a:defRPr sz="1500" b="0">
                <a:solidFill>
                  <a:srgbClr val="61736D"/>
                </a:solidFill>
                <a:latin typeface="Arial"/>
                <a:ea typeface="Arial"/>
                <a:cs typeface="Arial"/>
              </a:defRPr>
            </a:lvl6pPr>
            <a:lvl7pPr algn="l">
              <a:defRPr sz="1500" b="0">
                <a:solidFill>
                  <a:srgbClr val="61736D"/>
                </a:solidFill>
                <a:latin typeface="Arial"/>
                <a:ea typeface="Arial"/>
                <a:cs typeface="Arial"/>
              </a:defRPr>
            </a:lvl7pPr>
            <a:lvl8pPr algn="l">
              <a:defRPr sz="1500" b="0">
                <a:solidFill>
                  <a:srgbClr val="61736D"/>
                </a:solidFill>
                <a:latin typeface="Arial"/>
                <a:ea typeface="Arial"/>
                <a:cs typeface="Arial"/>
              </a:defRPr>
            </a:lvl8pPr>
            <a:lvl9pPr algn="l">
              <a:defRPr sz="1500" b="0">
                <a:solidFill>
                  <a:srgbClr val="61736D"/>
                </a:solidFill>
                <a:latin typeface="Arial"/>
                <a:ea typeface="Arial"/>
                <a:cs typeface="Arial"/>
              </a:defRPr>
            </a:lvl9pPr>
          </a:lstStyle>
          <a:p xmlns:a="http://schemas.openxmlformats.org/drawingml/2006/main">
            <a:pPr algn="l">
              <a:defRPr sz="1500" b="0">
                <a:solidFill>
                  <a:srgbClr val="61736D"/>
                </a:solidFill>
                <a:latin typeface="Arial"/>
                <a:ea typeface="Arial"/>
                <a:cs typeface="Arial"/>
              </a:defRPr>
            </a:pPr>
            <a:r>
              <a:rPr sz="1500" b="0">
                <a:solidFill>
                  <a:srgbClr val="61736D"/>
                </a:solidFill>
                <a:latin typeface="Arial"/>
                <a:ea typeface="Arial"/>
                <a:cs typeface="Arial"/>
              </a:rPr>
              <a:t>Cohort scoring mua lại: 5.169 khách. Không đánh đồng số đơn với số khách.</a:t>
            </a:r>
          </a:p>
        </p:txBody>
      </p:sp>
    </p:spTree>
    <p:extLst>
      <p:ext uri="{BB962C8B-B14F-4D97-AF65-F5344CB8AC3E}">
        <p14:creationId xmlns:p14="http://schemas.microsoft.com/office/powerpoint/2010/main" val="1256928070"/>
      </p:ext>
    </p:extLst>
  </p:cSld>
</p:sld>
</file>

<file path=ppt/slides/slide5.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F60AC8F-E7C5-42FA-ACDE-D4064FD827F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5C287F4D-E4CC-42E2-89B4-D9E863E53FD5}"/>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LƯU TRỮ</a:t>
            </a:r>
          </a:p>
        </p:txBody>
      </p:sp>
      <p:sp>
        <p:nvSpPr>
          <p:cNvPr id="3" name="">
            <a:extLst xmlns:a="http://schemas.openxmlformats.org/drawingml/2006/main">
              <a:ext uri="{FF2B5EF4-FFF2-40B4-BE49-F238E27FC236}">
                <a16:creationId xmlns:a16="http://schemas.microsoft.com/office/drawing/2014/main" id="{3E2A7729-FF02-41BE-891F-1D71D07B3B1C}"/>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Dữ liệu được tách theo mức nhạy cảm</a:t>
            </a:r>
          </a:p>
        </p:txBody>
      </p:sp>
      <p:sp>
        <p:nvSpPr>
          <p:cNvPr id="4" name="">
            <a:extLst xmlns:a="http://schemas.openxmlformats.org/drawingml/2006/main">
              <a:ext uri="{FF2B5EF4-FFF2-40B4-BE49-F238E27FC236}">
                <a16:creationId xmlns:a16="http://schemas.microsoft.com/office/drawing/2014/main" id="{A33167E2-7797-4C25-9F95-52510752CE4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D50A5344-C0ED-4DD0-83CE-F4A39D443007}"/>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47EEA858-F6EB-4C5E-A7EE-1E93CF882092}"/>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05</a:t>
            </a:r>
          </a:p>
        </p:txBody>
      </p:sp>
      <p:sp>
        <p:nvSpPr>
          <p:cNvPr id="7" name="">
            <a:extLst xmlns:a="http://schemas.openxmlformats.org/drawingml/2006/main">
              <a:ext uri="{FF2B5EF4-FFF2-40B4-BE49-F238E27FC236}">
                <a16:creationId xmlns:a16="http://schemas.microsoft.com/office/drawing/2014/main" id="{727CBE84-B365-4D6D-B69F-D84807401EB6}"/>
              </a:ext>
            </a:extLst>
          </p:cNvPr>
          <p:cNvSpPr>
            <a:spLocks xmlns:a="http://schemas.openxmlformats.org/drawingml/2006/main" noGrp="1"/>
          </p:cNvSpPr>
          <p:nvPr/>
        </p:nvSpPr>
        <p:spPr>
          <a:xfrm xmlns:a="http://schemas.openxmlformats.org/drawingml/2006/main">
            <a:off x="87630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76B87"/>
                </a:solidFill>
                <a:latin typeface="Arial"/>
                <a:ea typeface="Arial"/>
                <a:cs typeface="Arial"/>
              </a:defRPr>
            </a:defPPr>
            <a:lvl1pPr algn="l">
              <a:defRPr sz="1500" b="1">
                <a:solidFill>
                  <a:srgbClr val="176B87"/>
                </a:solidFill>
                <a:latin typeface="Arial"/>
                <a:ea typeface="Arial"/>
                <a:cs typeface="Arial"/>
              </a:defRPr>
            </a:lvl1pPr>
            <a:lvl2pPr algn="l">
              <a:defRPr sz="1500" b="1">
                <a:solidFill>
                  <a:srgbClr val="176B87"/>
                </a:solidFill>
                <a:latin typeface="Arial"/>
                <a:ea typeface="Arial"/>
                <a:cs typeface="Arial"/>
              </a:defRPr>
            </a:lvl2pPr>
            <a:lvl3pPr algn="l">
              <a:defRPr sz="1500" b="1">
                <a:solidFill>
                  <a:srgbClr val="176B87"/>
                </a:solidFill>
                <a:latin typeface="Arial"/>
                <a:ea typeface="Arial"/>
                <a:cs typeface="Arial"/>
              </a:defRPr>
            </a:lvl3pPr>
            <a:lvl4pPr algn="l">
              <a:defRPr sz="1500" b="1">
                <a:solidFill>
                  <a:srgbClr val="176B87"/>
                </a:solidFill>
                <a:latin typeface="Arial"/>
                <a:ea typeface="Arial"/>
                <a:cs typeface="Arial"/>
              </a:defRPr>
            </a:lvl4pPr>
            <a:lvl5pPr algn="l">
              <a:defRPr sz="1500" b="1">
                <a:solidFill>
                  <a:srgbClr val="176B87"/>
                </a:solidFill>
                <a:latin typeface="Arial"/>
                <a:ea typeface="Arial"/>
                <a:cs typeface="Arial"/>
              </a:defRPr>
            </a:lvl5pPr>
            <a:lvl6pPr algn="l">
              <a:defRPr sz="1500" b="1">
                <a:solidFill>
                  <a:srgbClr val="176B87"/>
                </a:solidFill>
                <a:latin typeface="Arial"/>
                <a:ea typeface="Arial"/>
                <a:cs typeface="Arial"/>
              </a:defRPr>
            </a:lvl6pPr>
            <a:lvl7pPr algn="l">
              <a:defRPr sz="1500" b="1">
                <a:solidFill>
                  <a:srgbClr val="176B87"/>
                </a:solidFill>
                <a:latin typeface="Arial"/>
                <a:ea typeface="Arial"/>
                <a:cs typeface="Arial"/>
              </a:defRPr>
            </a:lvl7pPr>
            <a:lvl8pPr algn="l">
              <a:defRPr sz="1500" b="1">
                <a:solidFill>
                  <a:srgbClr val="176B87"/>
                </a:solidFill>
                <a:latin typeface="Arial"/>
                <a:ea typeface="Arial"/>
                <a:cs typeface="Arial"/>
              </a:defRPr>
            </a:lvl8pPr>
            <a:lvl9pPr algn="l">
              <a:defRPr sz="1500" b="1">
                <a:solidFill>
                  <a:srgbClr val="176B87"/>
                </a:solidFill>
                <a:latin typeface="Arial"/>
                <a:ea typeface="Arial"/>
                <a:cs typeface="Arial"/>
              </a:defRPr>
            </a:lvl9pPr>
          </a:lstStyle>
          <a:p xmlns:a="http://schemas.openxmlformats.org/drawingml/2006/main">
            <a:pPr algn="l">
              <a:defRPr sz="1500" b="1">
                <a:solidFill>
                  <a:srgbClr val="176B87"/>
                </a:solidFill>
                <a:latin typeface="Arial"/>
                <a:ea typeface="Arial"/>
                <a:cs typeface="Arial"/>
              </a:defRPr>
            </a:pPr>
            <a:r>
              <a:rPr sz="1500" b="1">
                <a:solidFill>
                  <a:srgbClr val="176B87"/>
                </a:solidFill>
                <a:latin typeface="Arial"/>
                <a:ea typeface="Arial"/>
                <a:cs typeface="Arial"/>
              </a:rPr>
              <a:t>RAW</a:t>
            </a:r>
          </a:p>
        </p:txBody>
      </p:sp>
      <p:sp>
        <p:nvSpPr>
          <p:cNvPr id="8" name="">
            <a:extLst xmlns:a="http://schemas.openxmlformats.org/drawingml/2006/main">
              <a:ext uri="{FF2B5EF4-FFF2-40B4-BE49-F238E27FC236}">
                <a16:creationId xmlns:a16="http://schemas.microsoft.com/office/drawing/2014/main" id="{814D709E-4A09-468A-BFA7-D35444E784E4}"/>
              </a:ext>
            </a:extLst>
          </p:cNvPr>
          <p:cNvSpPr>
            <a:spLocks xmlns:a="http://schemas.openxmlformats.org/drawingml/2006/main" noGrp="1"/>
          </p:cNvSpPr>
          <p:nvPr/>
        </p:nvSpPr>
        <p:spPr>
          <a:xfrm xmlns:a="http://schemas.openxmlformats.org/drawingml/2006/main">
            <a:off x="876300" y="2533650"/>
            <a:ext cx="2762250" cy="0"/>
          </a:xfrm>
          <a:prstGeom xmlns:a="http://schemas.openxmlformats.org/drawingml/2006/main" prst="line">
            <a:avLst/>
          </a:prstGeom>
          <a:noFill xmlns:a="http://schemas.openxmlformats.org/drawingml/2006/main"/>
          <a:ln xmlns:a="http://schemas.openxmlformats.org/drawingml/2006/main" w="47625">
            <a:solidFill>
              <a:srgbClr val="F2E8E1"/>
            </a:solidFill>
            <a:prstDash val="solid"/>
          </a:ln>
        </p:spPr>
      </p:sp>
      <p:sp>
        <p:nvSpPr>
          <p:cNvPr id="9" name="">
            <a:extLst xmlns:a="http://schemas.openxmlformats.org/drawingml/2006/main">
              <a:ext uri="{FF2B5EF4-FFF2-40B4-BE49-F238E27FC236}">
                <a16:creationId xmlns:a16="http://schemas.microsoft.com/office/drawing/2014/main" id="{CB70F313-883C-4FC3-9A92-2214A044EA9A}"/>
              </a:ext>
            </a:extLst>
          </p:cNvPr>
          <p:cNvSpPr>
            <a:spLocks xmlns:a="http://schemas.openxmlformats.org/drawingml/2006/main" noGrp="1"/>
          </p:cNvSpPr>
          <p:nvPr/>
        </p:nvSpPr>
        <p:spPr>
          <a:xfrm xmlns:a="http://schemas.openxmlformats.org/drawingml/2006/main">
            <a:off x="8763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data/raw</a:t>
            </a:r>
          </a:p>
        </p:txBody>
      </p:sp>
      <p:sp>
        <p:nvSpPr>
          <p:cNvPr id="10" name="">
            <a:extLst xmlns:a="http://schemas.openxmlformats.org/drawingml/2006/main">
              <a:ext uri="{FF2B5EF4-FFF2-40B4-BE49-F238E27FC236}">
                <a16:creationId xmlns:a16="http://schemas.microsoft.com/office/drawing/2014/main" id="{6445F2D5-B857-4AE0-B051-115637128E9D}"/>
              </a:ext>
            </a:extLst>
          </p:cNvPr>
          <p:cNvSpPr>
            <a:spLocks xmlns:a="http://schemas.openxmlformats.org/drawingml/2006/main" noGrp="1"/>
          </p:cNvSpPr>
          <p:nvPr/>
        </p:nvSpPr>
        <p:spPr>
          <a:xfrm xmlns:a="http://schemas.openxmlformats.org/drawingml/2006/main">
            <a:off x="876300" y="326707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API gốc</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Có thể có PII</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Chỉ giữ cục bộ</a:t>
            </a:r>
          </a:p>
        </p:txBody>
      </p:sp>
      <p:sp>
        <p:nvSpPr>
          <p:cNvPr id="11" name="">
            <a:extLst xmlns:a="http://schemas.openxmlformats.org/drawingml/2006/main">
              <a:ext uri="{FF2B5EF4-FFF2-40B4-BE49-F238E27FC236}">
                <a16:creationId xmlns:a16="http://schemas.microsoft.com/office/drawing/2014/main" id="{5E0B078E-2DF1-4C3E-B669-0BA123AD4BF7}"/>
              </a:ext>
            </a:extLst>
          </p:cNvPr>
          <p:cNvSpPr>
            <a:spLocks xmlns:a="http://schemas.openxmlformats.org/drawingml/2006/main" noGrp="1"/>
          </p:cNvSpPr>
          <p:nvPr/>
        </p:nvSpPr>
        <p:spPr>
          <a:xfrm xmlns:a="http://schemas.openxmlformats.org/drawingml/2006/main">
            <a:off x="447675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76B87"/>
                </a:solidFill>
                <a:latin typeface="Arial"/>
                <a:ea typeface="Arial"/>
                <a:cs typeface="Arial"/>
              </a:defRPr>
            </a:defPPr>
            <a:lvl1pPr algn="l">
              <a:defRPr sz="1500" b="1">
                <a:solidFill>
                  <a:srgbClr val="176B87"/>
                </a:solidFill>
                <a:latin typeface="Arial"/>
                <a:ea typeface="Arial"/>
                <a:cs typeface="Arial"/>
              </a:defRPr>
            </a:lvl1pPr>
            <a:lvl2pPr algn="l">
              <a:defRPr sz="1500" b="1">
                <a:solidFill>
                  <a:srgbClr val="176B87"/>
                </a:solidFill>
                <a:latin typeface="Arial"/>
                <a:ea typeface="Arial"/>
                <a:cs typeface="Arial"/>
              </a:defRPr>
            </a:lvl2pPr>
            <a:lvl3pPr algn="l">
              <a:defRPr sz="1500" b="1">
                <a:solidFill>
                  <a:srgbClr val="176B87"/>
                </a:solidFill>
                <a:latin typeface="Arial"/>
                <a:ea typeface="Arial"/>
                <a:cs typeface="Arial"/>
              </a:defRPr>
            </a:lvl3pPr>
            <a:lvl4pPr algn="l">
              <a:defRPr sz="1500" b="1">
                <a:solidFill>
                  <a:srgbClr val="176B87"/>
                </a:solidFill>
                <a:latin typeface="Arial"/>
                <a:ea typeface="Arial"/>
                <a:cs typeface="Arial"/>
              </a:defRPr>
            </a:lvl4pPr>
            <a:lvl5pPr algn="l">
              <a:defRPr sz="1500" b="1">
                <a:solidFill>
                  <a:srgbClr val="176B87"/>
                </a:solidFill>
                <a:latin typeface="Arial"/>
                <a:ea typeface="Arial"/>
                <a:cs typeface="Arial"/>
              </a:defRPr>
            </a:lvl5pPr>
            <a:lvl6pPr algn="l">
              <a:defRPr sz="1500" b="1">
                <a:solidFill>
                  <a:srgbClr val="176B87"/>
                </a:solidFill>
                <a:latin typeface="Arial"/>
                <a:ea typeface="Arial"/>
                <a:cs typeface="Arial"/>
              </a:defRPr>
            </a:lvl6pPr>
            <a:lvl7pPr algn="l">
              <a:defRPr sz="1500" b="1">
                <a:solidFill>
                  <a:srgbClr val="176B87"/>
                </a:solidFill>
                <a:latin typeface="Arial"/>
                <a:ea typeface="Arial"/>
                <a:cs typeface="Arial"/>
              </a:defRPr>
            </a:lvl7pPr>
            <a:lvl8pPr algn="l">
              <a:defRPr sz="1500" b="1">
                <a:solidFill>
                  <a:srgbClr val="176B87"/>
                </a:solidFill>
                <a:latin typeface="Arial"/>
                <a:ea typeface="Arial"/>
                <a:cs typeface="Arial"/>
              </a:defRPr>
            </a:lvl8pPr>
            <a:lvl9pPr algn="l">
              <a:defRPr sz="1500" b="1">
                <a:solidFill>
                  <a:srgbClr val="176B87"/>
                </a:solidFill>
                <a:latin typeface="Arial"/>
                <a:ea typeface="Arial"/>
                <a:cs typeface="Arial"/>
              </a:defRPr>
            </a:lvl9pPr>
          </a:lstStyle>
          <a:p xmlns:a="http://schemas.openxmlformats.org/drawingml/2006/main">
            <a:pPr algn="l">
              <a:defRPr sz="1500" b="1">
                <a:solidFill>
                  <a:srgbClr val="176B87"/>
                </a:solidFill>
                <a:latin typeface="Arial"/>
                <a:ea typeface="Arial"/>
                <a:cs typeface="Arial"/>
              </a:defRPr>
            </a:pPr>
            <a:r>
              <a:rPr sz="1500" b="1">
                <a:solidFill>
                  <a:srgbClr val="176B87"/>
                </a:solidFill>
                <a:latin typeface="Arial"/>
                <a:ea typeface="Arial"/>
                <a:cs typeface="Arial"/>
              </a:rPr>
              <a:t>RESTRICTED</a:t>
            </a:r>
          </a:p>
        </p:txBody>
      </p:sp>
      <p:sp>
        <p:nvSpPr>
          <p:cNvPr id="12" name="">
            <a:extLst xmlns:a="http://schemas.openxmlformats.org/drawingml/2006/main">
              <a:ext uri="{FF2B5EF4-FFF2-40B4-BE49-F238E27FC236}">
                <a16:creationId xmlns:a16="http://schemas.microsoft.com/office/drawing/2014/main" id="{7E25B7A7-4C34-476A-A5F5-FFCEE0D6D83F}"/>
              </a:ext>
            </a:extLst>
          </p:cNvPr>
          <p:cNvSpPr>
            <a:spLocks xmlns:a="http://schemas.openxmlformats.org/drawingml/2006/main" noGrp="1"/>
          </p:cNvSpPr>
          <p:nvPr/>
        </p:nvSpPr>
        <p:spPr>
          <a:xfrm xmlns:a="http://schemas.openxmlformats.org/drawingml/2006/main">
            <a:off x="4476750" y="2533650"/>
            <a:ext cx="2762250" cy="0"/>
          </a:xfrm>
          <a:prstGeom xmlns:a="http://schemas.openxmlformats.org/drawingml/2006/main" prst="line">
            <a:avLst/>
          </a:prstGeom>
          <a:noFill xmlns:a="http://schemas.openxmlformats.org/drawingml/2006/main"/>
          <a:ln xmlns:a="http://schemas.openxmlformats.org/drawingml/2006/main" w="47625">
            <a:solidFill>
              <a:srgbClr val="E7F0EC"/>
            </a:solidFill>
            <a:prstDash val="solid"/>
          </a:ln>
        </p:spPr>
      </p:sp>
      <p:sp>
        <p:nvSpPr>
          <p:cNvPr id="13" name="">
            <a:extLst xmlns:a="http://schemas.openxmlformats.org/drawingml/2006/main">
              <a:ext uri="{FF2B5EF4-FFF2-40B4-BE49-F238E27FC236}">
                <a16:creationId xmlns:a16="http://schemas.microsoft.com/office/drawing/2014/main" id="{26529B5A-F557-4B22-80F9-F24AAAD7FB32}"/>
              </a:ext>
            </a:extLst>
          </p:cNvPr>
          <p:cNvSpPr>
            <a:spLocks xmlns:a="http://schemas.openxmlformats.org/drawingml/2006/main" noGrp="1"/>
          </p:cNvSpPr>
          <p:nvPr/>
        </p:nvSpPr>
        <p:spPr>
          <a:xfrm xmlns:a="http://schemas.openxmlformats.org/drawingml/2006/main">
            <a:off x="447675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data/restricted</a:t>
            </a:r>
          </a:p>
        </p:txBody>
      </p:sp>
      <p:sp>
        <p:nvSpPr>
          <p:cNvPr id="14" name="">
            <a:extLst xmlns:a="http://schemas.openxmlformats.org/drawingml/2006/main">
              <a:ext uri="{FF2B5EF4-FFF2-40B4-BE49-F238E27FC236}">
                <a16:creationId xmlns:a16="http://schemas.microsoft.com/office/drawing/2014/main" id="{2D8C76AB-1D3B-4683-8357-B9C8B6F6DD85}"/>
              </a:ext>
            </a:extLst>
          </p:cNvPr>
          <p:cNvSpPr>
            <a:spLocks xmlns:a="http://schemas.openxmlformats.org/drawingml/2006/main" noGrp="1"/>
          </p:cNvSpPr>
          <p:nvPr/>
        </p:nvSpPr>
        <p:spPr>
          <a:xfrm xmlns:a="http://schemas.openxmlformats.org/drawingml/2006/main">
            <a:off x="4476750" y="326707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DuckDB + HMAC</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Liên kết lịch sử</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Không chia sẻ</a:t>
            </a:r>
          </a:p>
        </p:txBody>
      </p:sp>
      <p:sp>
        <p:nvSpPr>
          <p:cNvPr id="15" name="">
            <a:extLst xmlns:a="http://schemas.openxmlformats.org/drawingml/2006/main">
              <a:ext uri="{FF2B5EF4-FFF2-40B4-BE49-F238E27FC236}">
                <a16:creationId xmlns:a16="http://schemas.microsoft.com/office/drawing/2014/main" id="{0525763C-58E6-4BB6-BDC7-377DB89DEFDD}"/>
              </a:ext>
            </a:extLst>
          </p:cNvPr>
          <p:cNvSpPr>
            <a:spLocks xmlns:a="http://schemas.openxmlformats.org/drawingml/2006/main" noGrp="1"/>
          </p:cNvSpPr>
          <p:nvPr/>
        </p:nvSpPr>
        <p:spPr>
          <a:xfrm xmlns:a="http://schemas.openxmlformats.org/drawingml/2006/main">
            <a:off x="8077200" y="2114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76B87"/>
                </a:solidFill>
                <a:latin typeface="Arial"/>
                <a:ea typeface="Arial"/>
                <a:cs typeface="Arial"/>
              </a:defRPr>
            </a:defPPr>
            <a:lvl1pPr algn="l">
              <a:defRPr sz="1500" b="1">
                <a:solidFill>
                  <a:srgbClr val="176B87"/>
                </a:solidFill>
                <a:latin typeface="Arial"/>
                <a:ea typeface="Arial"/>
                <a:cs typeface="Arial"/>
              </a:defRPr>
            </a:lvl1pPr>
            <a:lvl2pPr algn="l">
              <a:defRPr sz="1500" b="1">
                <a:solidFill>
                  <a:srgbClr val="176B87"/>
                </a:solidFill>
                <a:latin typeface="Arial"/>
                <a:ea typeface="Arial"/>
                <a:cs typeface="Arial"/>
              </a:defRPr>
            </a:lvl2pPr>
            <a:lvl3pPr algn="l">
              <a:defRPr sz="1500" b="1">
                <a:solidFill>
                  <a:srgbClr val="176B87"/>
                </a:solidFill>
                <a:latin typeface="Arial"/>
                <a:ea typeface="Arial"/>
                <a:cs typeface="Arial"/>
              </a:defRPr>
            </a:lvl3pPr>
            <a:lvl4pPr algn="l">
              <a:defRPr sz="1500" b="1">
                <a:solidFill>
                  <a:srgbClr val="176B87"/>
                </a:solidFill>
                <a:latin typeface="Arial"/>
                <a:ea typeface="Arial"/>
                <a:cs typeface="Arial"/>
              </a:defRPr>
            </a:lvl4pPr>
            <a:lvl5pPr algn="l">
              <a:defRPr sz="1500" b="1">
                <a:solidFill>
                  <a:srgbClr val="176B87"/>
                </a:solidFill>
                <a:latin typeface="Arial"/>
                <a:ea typeface="Arial"/>
                <a:cs typeface="Arial"/>
              </a:defRPr>
            </a:lvl5pPr>
            <a:lvl6pPr algn="l">
              <a:defRPr sz="1500" b="1">
                <a:solidFill>
                  <a:srgbClr val="176B87"/>
                </a:solidFill>
                <a:latin typeface="Arial"/>
                <a:ea typeface="Arial"/>
                <a:cs typeface="Arial"/>
              </a:defRPr>
            </a:lvl6pPr>
            <a:lvl7pPr algn="l">
              <a:defRPr sz="1500" b="1">
                <a:solidFill>
                  <a:srgbClr val="176B87"/>
                </a:solidFill>
                <a:latin typeface="Arial"/>
                <a:ea typeface="Arial"/>
                <a:cs typeface="Arial"/>
              </a:defRPr>
            </a:lvl7pPr>
            <a:lvl8pPr algn="l">
              <a:defRPr sz="1500" b="1">
                <a:solidFill>
                  <a:srgbClr val="176B87"/>
                </a:solidFill>
                <a:latin typeface="Arial"/>
                <a:ea typeface="Arial"/>
                <a:cs typeface="Arial"/>
              </a:defRPr>
            </a:lvl8pPr>
            <a:lvl9pPr algn="l">
              <a:defRPr sz="1500" b="1">
                <a:solidFill>
                  <a:srgbClr val="176B87"/>
                </a:solidFill>
                <a:latin typeface="Arial"/>
                <a:ea typeface="Arial"/>
                <a:cs typeface="Arial"/>
              </a:defRPr>
            </a:lvl9pPr>
          </a:lstStyle>
          <a:p xmlns:a="http://schemas.openxmlformats.org/drawingml/2006/main">
            <a:pPr algn="l">
              <a:defRPr sz="1500" b="1">
                <a:solidFill>
                  <a:srgbClr val="176B87"/>
                </a:solidFill>
                <a:latin typeface="Arial"/>
                <a:ea typeface="Arial"/>
                <a:cs typeface="Arial"/>
              </a:defRPr>
            </a:pPr>
            <a:r>
              <a:rPr sz="1500" b="1">
                <a:solidFill>
                  <a:srgbClr val="176B87"/>
                </a:solidFill>
                <a:latin typeface="Arial"/>
                <a:ea typeface="Arial"/>
                <a:cs typeface="Arial"/>
              </a:rPr>
              <a:t>SHARED</a:t>
            </a:r>
          </a:p>
        </p:txBody>
      </p:sp>
      <p:sp>
        <p:nvSpPr>
          <p:cNvPr id="16" name="">
            <a:extLst xmlns:a="http://schemas.openxmlformats.org/drawingml/2006/main">
              <a:ext uri="{FF2B5EF4-FFF2-40B4-BE49-F238E27FC236}">
                <a16:creationId xmlns:a16="http://schemas.microsoft.com/office/drawing/2014/main" id="{5538A9D9-97D8-434A-A50D-BC22D6827F09}"/>
              </a:ext>
            </a:extLst>
          </p:cNvPr>
          <p:cNvSpPr>
            <a:spLocks xmlns:a="http://schemas.openxmlformats.org/drawingml/2006/main" noGrp="1"/>
          </p:cNvSpPr>
          <p:nvPr/>
        </p:nvSpPr>
        <p:spPr>
          <a:xfrm xmlns:a="http://schemas.openxmlformats.org/drawingml/2006/main">
            <a:off x="8077200" y="2533650"/>
            <a:ext cx="2762250" cy="0"/>
          </a:xfrm>
          <a:prstGeom xmlns:a="http://schemas.openxmlformats.org/drawingml/2006/main" prst="line">
            <a:avLst/>
          </a:prstGeom>
          <a:noFill xmlns:a="http://schemas.openxmlformats.org/drawingml/2006/main"/>
          <a:ln xmlns:a="http://schemas.openxmlformats.org/drawingml/2006/main" w="47625">
            <a:solidFill>
              <a:srgbClr val="E5EEF2"/>
            </a:solidFill>
            <a:prstDash val="solid"/>
          </a:ln>
        </p:spPr>
      </p:sp>
      <p:sp>
        <p:nvSpPr>
          <p:cNvPr id="17" name="">
            <a:extLst xmlns:a="http://schemas.openxmlformats.org/drawingml/2006/main">
              <a:ext uri="{FF2B5EF4-FFF2-40B4-BE49-F238E27FC236}">
                <a16:creationId xmlns:a16="http://schemas.microsoft.com/office/drawing/2014/main" id="{C4625FEA-16B0-4F8A-8B9F-AB8FD4D2748A}"/>
              </a:ext>
            </a:extLst>
          </p:cNvPr>
          <p:cNvSpPr>
            <a:spLocks xmlns:a="http://schemas.openxmlformats.org/drawingml/2006/main" noGrp="1"/>
          </p:cNvSpPr>
          <p:nvPr/>
        </p:nvSpPr>
        <p:spPr>
          <a:xfrm xmlns:a="http://schemas.openxmlformats.org/drawingml/2006/main">
            <a:off x="807720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83D36"/>
                </a:solidFill>
                <a:latin typeface="Arial"/>
                <a:ea typeface="Arial"/>
                <a:cs typeface="Arial"/>
              </a:defRPr>
            </a:defPPr>
            <a:lvl1pPr algn="l">
              <a:defRPr sz="1500" b="1">
                <a:solidFill>
                  <a:srgbClr val="183D36"/>
                </a:solidFill>
                <a:latin typeface="Arial"/>
                <a:ea typeface="Arial"/>
                <a:cs typeface="Arial"/>
              </a:defRPr>
            </a:lvl1pPr>
            <a:lvl2pPr algn="l">
              <a:defRPr sz="1500" b="1">
                <a:solidFill>
                  <a:srgbClr val="183D36"/>
                </a:solidFill>
                <a:latin typeface="Arial"/>
                <a:ea typeface="Arial"/>
                <a:cs typeface="Arial"/>
              </a:defRPr>
            </a:lvl2pPr>
            <a:lvl3pPr algn="l">
              <a:defRPr sz="1500" b="1">
                <a:solidFill>
                  <a:srgbClr val="183D36"/>
                </a:solidFill>
                <a:latin typeface="Arial"/>
                <a:ea typeface="Arial"/>
                <a:cs typeface="Arial"/>
              </a:defRPr>
            </a:lvl3pPr>
            <a:lvl4pPr algn="l">
              <a:defRPr sz="1500" b="1">
                <a:solidFill>
                  <a:srgbClr val="183D36"/>
                </a:solidFill>
                <a:latin typeface="Arial"/>
                <a:ea typeface="Arial"/>
                <a:cs typeface="Arial"/>
              </a:defRPr>
            </a:lvl4pPr>
            <a:lvl5pPr algn="l">
              <a:defRPr sz="1500" b="1">
                <a:solidFill>
                  <a:srgbClr val="183D36"/>
                </a:solidFill>
                <a:latin typeface="Arial"/>
                <a:ea typeface="Arial"/>
                <a:cs typeface="Arial"/>
              </a:defRPr>
            </a:lvl5pPr>
            <a:lvl6pPr algn="l">
              <a:defRPr sz="1500" b="1">
                <a:solidFill>
                  <a:srgbClr val="183D36"/>
                </a:solidFill>
                <a:latin typeface="Arial"/>
                <a:ea typeface="Arial"/>
                <a:cs typeface="Arial"/>
              </a:defRPr>
            </a:lvl6pPr>
            <a:lvl7pPr algn="l">
              <a:defRPr sz="1500" b="1">
                <a:solidFill>
                  <a:srgbClr val="183D36"/>
                </a:solidFill>
                <a:latin typeface="Arial"/>
                <a:ea typeface="Arial"/>
                <a:cs typeface="Arial"/>
              </a:defRPr>
            </a:lvl7pPr>
            <a:lvl8pPr algn="l">
              <a:defRPr sz="1500" b="1">
                <a:solidFill>
                  <a:srgbClr val="183D36"/>
                </a:solidFill>
                <a:latin typeface="Arial"/>
                <a:ea typeface="Arial"/>
                <a:cs typeface="Arial"/>
              </a:defRPr>
            </a:lvl8pPr>
            <a:lvl9pPr algn="l">
              <a:defRPr sz="1500" b="1">
                <a:solidFill>
                  <a:srgbClr val="183D36"/>
                </a:solidFill>
                <a:latin typeface="Arial"/>
                <a:ea typeface="Arial"/>
                <a:cs typeface="Arial"/>
              </a:defRPr>
            </a:lvl9pPr>
          </a:lstStyle>
          <a:p xmlns:a="http://schemas.openxmlformats.org/drawingml/2006/main">
            <a:pPr algn="l">
              <a:defRPr sz="1500" b="1">
                <a:solidFill>
                  <a:srgbClr val="183D36"/>
                </a:solidFill>
                <a:latin typeface="Arial"/>
                <a:ea typeface="Arial"/>
                <a:cs typeface="Arial"/>
              </a:defRPr>
            </a:pPr>
            <a:r>
              <a:rPr sz="1500" b="1">
                <a:solidFill>
                  <a:srgbClr val="183D36"/>
                </a:solidFill>
                <a:latin typeface="Arial"/>
                <a:ea typeface="Arial"/>
                <a:cs typeface="Arial"/>
              </a:rPr>
              <a:t>outputs</a:t>
            </a:r>
          </a:p>
        </p:txBody>
      </p:sp>
      <p:sp>
        <p:nvSpPr>
          <p:cNvPr id="18" name="">
            <a:extLst xmlns:a="http://schemas.openxmlformats.org/drawingml/2006/main">
              <a:ext uri="{FF2B5EF4-FFF2-40B4-BE49-F238E27FC236}">
                <a16:creationId xmlns:a16="http://schemas.microsoft.com/office/drawing/2014/main" id="{91B87814-1BA7-4C64-98CF-C3CB79525CA7}"/>
              </a:ext>
            </a:extLst>
          </p:cNvPr>
          <p:cNvSpPr>
            <a:spLocks xmlns:a="http://schemas.openxmlformats.org/drawingml/2006/main" noGrp="1"/>
          </p:cNvSpPr>
          <p:nvPr/>
        </p:nvSpPr>
        <p:spPr>
          <a:xfrm xmlns:a="http://schemas.openxmlformats.org/drawingml/2006/main">
            <a:off x="8077200" y="3267075"/>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CSV / JSON aggregate</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Đã rà soát schema</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Dashboard và báo cáo</a:t>
            </a:r>
          </a:p>
        </p:txBody>
      </p:sp>
      <p:sp>
        <p:nvSpPr>
          <p:cNvPr id="19" name="">
            <a:extLst xmlns:a="http://schemas.openxmlformats.org/drawingml/2006/main">
              <a:ext uri="{FF2B5EF4-FFF2-40B4-BE49-F238E27FC236}">
                <a16:creationId xmlns:a16="http://schemas.microsoft.com/office/drawing/2014/main" id="{B2F2DE32-E8F6-447E-851D-75E282AFBADA}"/>
              </a:ext>
            </a:extLst>
          </p:cNvPr>
          <p:cNvSpPr>
            <a:spLocks xmlns:a="http://schemas.openxmlformats.org/drawingml/2006/main" noGrp="1"/>
          </p:cNvSpPr>
          <p:nvPr/>
        </p:nvSpPr>
        <p:spPr>
          <a:xfrm xmlns:a="http://schemas.openxmlformats.org/drawingml/2006/main">
            <a:off x="876300" y="5000625"/>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1">
                <a:solidFill>
                  <a:srgbClr val="A14633"/>
                </a:solidFill>
                <a:latin typeface="Arial"/>
                <a:ea typeface="Arial"/>
                <a:cs typeface="Arial"/>
              </a:defRPr>
            </a:defPPr>
            <a:lvl1pPr algn="l">
              <a:defRPr sz="1650" b="1">
                <a:solidFill>
                  <a:srgbClr val="A14633"/>
                </a:solidFill>
                <a:latin typeface="Arial"/>
                <a:ea typeface="Arial"/>
                <a:cs typeface="Arial"/>
              </a:defRPr>
            </a:lvl1pPr>
            <a:lvl2pPr algn="l">
              <a:defRPr sz="1650" b="1">
                <a:solidFill>
                  <a:srgbClr val="A14633"/>
                </a:solidFill>
                <a:latin typeface="Arial"/>
                <a:ea typeface="Arial"/>
                <a:cs typeface="Arial"/>
              </a:defRPr>
            </a:lvl2pPr>
            <a:lvl3pPr algn="l">
              <a:defRPr sz="1650" b="1">
                <a:solidFill>
                  <a:srgbClr val="A14633"/>
                </a:solidFill>
                <a:latin typeface="Arial"/>
                <a:ea typeface="Arial"/>
                <a:cs typeface="Arial"/>
              </a:defRPr>
            </a:lvl3pPr>
            <a:lvl4pPr algn="l">
              <a:defRPr sz="1650" b="1">
                <a:solidFill>
                  <a:srgbClr val="A14633"/>
                </a:solidFill>
                <a:latin typeface="Arial"/>
                <a:ea typeface="Arial"/>
                <a:cs typeface="Arial"/>
              </a:defRPr>
            </a:lvl4pPr>
            <a:lvl5pPr algn="l">
              <a:defRPr sz="1650" b="1">
                <a:solidFill>
                  <a:srgbClr val="A14633"/>
                </a:solidFill>
                <a:latin typeface="Arial"/>
                <a:ea typeface="Arial"/>
                <a:cs typeface="Arial"/>
              </a:defRPr>
            </a:lvl5pPr>
            <a:lvl6pPr algn="l">
              <a:defRPr sz="1650" b="1">
                <a:solidFill>
                  <a:srgbClr val="A14633"/>
                </a:solidFill>
                <a:latin typeface="Arial"/>
                <a:ea typeface="Arial"/>
                <a:cs typeface="Arial"/>
              </a:defRPr>
            </a:lvl6pPr>
            <a:lvl7pPr algn="l">
              <a:defRPr sz="1650" b="1">
                <a:solidFill>
                  <a:srgbClr val="A14633"/>
                </a:solidFill>
                <a:latin typeface="Arial"/>
                <a:ea typeface="Arial"/>
                <a:cs typeface="Arial"/>
              </a:defRPr>
            </a:lvl7pPr>
            <a:lvl8pPr algn="l">
              <a:defRPr sz="1650" b="1">
                <a:solidFill>
                  <a:srgbClr val="A14633"/>
                </a:solidFill>
                <a:latin typeface="Arial"/>
                <a:ea typeface="Arial"/>
                <a:cs typeface="Arial"/>
              </a:defRPr>
            </a:lvl8pPr>
            <a:lvl9pPr algn="l">
              <a:defRPr sz="1650" b="1">
                <a:solidFill>
                  <a:srgbClr val="A14633"/>
                </a:solidFill>
                <a:latin typeface="Arial"/>
                <a:ea typeface="Arial"/>
                <a:cs typeface="Arial"/>
              </a:defRPr>
            </a:lvl9pPr>
          </a:lstStyle>
          <a:p xmlns:a="http://schemas.openxmlformats.org/drawingml/2006/main">
            <a:pPr algn="l">
              <a:defRPr sz="1650" b="1">
                <a:solidFill>
                  <a:srgbClr val="A14633"/>
                </a:solidFill>
                <a:latin typeface="Arial"/>
                <a:ea typeface="Arial"/>
                <a:cs typeface="Arial"/>
              </a:defRPr>
            </a:pPr>
            <a:r>
              <a:rPr sz="1650" b="1">
                <a:solidFill>
                  <a:srgbClr val="A14633"/>
                </a:solidFill>
                <a:latin typeface="Arial"/>
                <a:ea typeface="Arial"/>
                <a:cs typeface="Arial"/>
              </a:rPr>
              <a:t>API key chỉ nằm trong xoaif.env cục bộ; không commit, không ghi vào log.</a:t>
            </a:r>
          </a:p>
        </p:txBody>
      </p:sp>
      <p:sp>
        <p:nvSpPr>
          <p:cNvPr id="20" name="">
            <a:extLst xmlns:a="http://schemas.openxmlformats.org/drawingml/2006/main">
              <a:ext uri="{FF2B5EF4-FFF2-40B4-BE49-F238E27FC236}">
                <a16:creationId xmlns:a16="http://schemas.microsoft.com/office/drawing/2014/main" id="{5DC83B16-E272-411A-83B2-4669C996F865}"/>
              </a:ext>
            </a:extLst>
          </p:cNvPr>
          <p:cNvSpPr>
            <a:spLocks xmlns:a="http://schemas.openxmlformats.org/drawingml/2006/main" noGrp="1"/>
          </p:cNvSpPr>
          <p:nvPr/>
        </p:nvSpPr>
        <p:spPr>
          <a:xfrm xmlns:a="http://schemas.openxmlformats.org/drawingml/2006/main">
            <a:off x="876300" y="55626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61736D"/>
                </a:solidFill>
                <a:latin typeface="Arial"/>
                <a:ea typeface="Arial"/>
                <a:cs typeface="Arial"/>
              </a:defRPr>
            </a:defPPr>
            <a:lvl1pPr algn="l">
              <a:defRPr sz="1500" b="0">
                <a:solidFill>
                  <a:srgbClr val="61736D"/>
                </a:solidFill>
                <a:latin typeface="Arial"/>
                <a:ea typeface="Arial"/>
                <a:cs typeface="Arial"/>
              </a:defRPr>
            </a:lvl1pPr>
            <a:lvl2pPr algn="l">
              <a:defRPr sz="1500" b="0">
                <a:solidFill>
                  <a:srgbClr val="61736D"/>
                </a:solidFill>
                <a:latin typeface="Arial"/>
                <a:ea typeface="Arial"/>
                <a:cs typeface="Arial"/>
              </a:defRPr>
            </a:lvl2pPr>
            <a:lvl3pPr algn="l">
              <a:defRPr sz="1500" b="0">
                <a:solidFill>
                  <a:srgbClr val="61736D"/>
                </a:solidFill>
                <a:latin typeface="Arial"/>
                <a:ea typeface="Arial"/>
                <a:cs typeface="Arial"/>
              </a:defRPr>
            </a:lvl3pPr>
            <a:lvl4pPr algn="l">
              <a:defRPr sz="1500" b="0">
                <a:solidFill>
                  <a:srgbClr val="61736D"/>
                </a:solidFill>
                <a:latin typeface="Arial"/>
                <a:ea typeface="Arial"/>
                <a:cs typeface="Arial"/>
              </a:defRPr>
            </a:lvl4pPr>
            <a:lvl5pPr algn="l">
              <a:defRPr sz="1500" b="0">
                <a:solidFill>
                  <a:srgbClr val="61736D"/>
                </a:solidFill>
                <a:latin typeface="Arial"/>
                <a:ea typeface="Arial"/>
                <a:cs typeface="Arial"/>
              </a:defRPr>
            </a:lvl5pPr>
            <a:lvl6pPr algn="l">
              <a:defRPr sz="1500" b="0">
                <a:solidFill>
                  <a:srgbClr val="61736D"/>
                </a:solidFill>
                <a:latin typeface="Arial"/>
                <a:ea typeface="Arial"/>
                <a:cs typeface="Arial"/>
              </a:defRPr>
            </a:lvl6pPr>
            <a:lvl7pPr algn="l">
              <a:defRPr sz="1500" b="0">
                <a:solidFill>
                  <a:srgbClr val="61736D"/>
                </a:solidFill>
                <a:latin typeface="Arial"/>
                <a:ea typeface="Arial"/>
                <a:cs typeface="Arial"/>
              </a:defRPr>
            </a:lvl7pPr>
            <a:lvl8pPr algn="l">
              <a:defRPr sz="1500" b="0">
                <a:solidFill>
                  <a:srgbClr val="61736D"/>
                </a:solidFill>
                <a:latin typeface="Arial"/>
                <a:ea typeface="Arial"/>
                <a:cs typeface="Arial"/>
              </a:defRPr>
            </a:lvl8pPr>
            <a:lvl9pPr algn="l">
              <a:defRPr sz="1500" b="0">
                <a:solidFill>
                  <a:srgbClr val="61736D"/>
                </a:solidFill>
                <a:latin typeface="Arial"/>
                <a:ea typeface="Arial"/>
                <a:cs typeface="Arial"/>
              </a:defRPr>
            </a:lvl9pPr>
          </a:lstStyle>
          <a:p xmlns:a="http://schemas.openxmlformats.org/drawingml/2006/main">
            <a:pPr algn="l">
              <a:defRPr sz="1500" b="0">
                <a:solidFill>
                  <a:srgbClr val="61736D"/>
                </a:solidFill>
                <a:latin typeface="Arial"/>
                <a:ea typeface="Arial"/>
                <a:cs typeface="Arial"/>
              </a:defRPr>
            </a:pPr>
            <a:r>
              <a:rPr sz="1500" b="0">
                <a:solidFill>
                  <a:srgbClr val="61736D"/>
                </a:solidFill>
                <a:latin typeface="Arial"/>
                <a:ea typeface="Arial"/>
                <a:cs typeface="Arial"/>
              </a:rPr>
              <a:t>Dashboard không đọc raw/restricted và không gọi mạng.</a:t>
            </a:r>
          </a:p>
        </p:txBody>
      </p:sp>
    </p:spTree>
    <p:extLst>
      <p:ext uri="{BB962C8B-B14F-4D97-AF65-F5344CB8AC3E}">
        <p14:creationId xmlns:p14="http://schemas.microsoft.com/office/powerpoint/2010/main" val="1984367096"/>
      </p:ext>
    </p:extLst>
  </p:cSld>
</p:sld>
</file>

<file path=ppt/slides/slide6.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035641-6ACC-4581-80D0-7C6AF056FD74}"/>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444D8369-B91C-4FA5-ADF5-D47312C537DB}"/>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KẾT QUẢ MÔ TẢ</a:t>
            </a:r>
          </a:p>
        </p:txBody>
      </p:sp>
      <p:sp>
        <p:nvSpPr>
          <p:cNvPr id="3" name="">
            <a:extLst xmlns:a="http://schemas.openxmlformats.org/drawingml/2006/main">
              <a:ext uri="{FF2B5EF4-FFF2-40B4-BE49-F238E27FC236}">
                <a16:creationId xmlns:a16="http://schemas.microsoft.com/office/drawing/2014/main" id="{2E94F31A-044C-4906-B326-F440A46DA896}"/>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Retention tăng theo kỳ hạn, nhưng vẫn thấp</a:t>
            </a:r>
          </a:p>
        </p:txBody>
      </p:sp>
      <p:sp>
        <p:nvSpPr>
          <p:cNvPr id="4" name="">
            <a:extLst xmlns:a="http://schemas.openxmlformats.org/drawingml/2006/main">
              <a:ext uri="{FF2B5EF4-FFF2-40B4-BE49-F238E27FC236}">
                <a16:creationId xmlns:a16="http://schemas.microsoft.com/office/drawing/2014/main" id="{F16245BE-6C79-4BEA-BE90-FA102180B80C}"/>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5A897049-1F6C-4FE1-8718-FEDD56118219}"/>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42A96408-B200-4A76-8CF1-B3D5D3848589}"/>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06</a:t>
            </a:r>
          </a:p>
        </p:txBody>
      </p:sp>
      <p:sp>
        <p:nvSpPr>
          <p:cNvPr id="7" name="">
            <a:extLst xmlns:a="http://schemas.openxmlformats.org/drawingml/2006/main">
              <a:ext uri="{FF2B5EF4-FFF2-40B4-BE49-F238E27FC236}">
                <a16:creationId xmlns:a16="http://schemas.microsoft.com/office/drawing/2014/main" id="{3566E68B-5D30-4CC7-90F9-43B77AFCA480}"/>
              </a:ext>
            </a:extLst>
          </p:cNvPr>
          <p:cNvSpPr>
            <a:spLocks xmlns:a="http://schemas.openxmlformats.org/drawingml/2006/main" noGrp="1"/>
          </p:cNvSpPr>
          <p:nvPr/>
        </p:nvSpPr>
        <p:spPr>
          <a:xfrm xmlns:a="http://schemas.openxmlformats.org/drawingml/2006/main">
            <a:off x="819150" y="1685925"/>
            <a:ext cx="1033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61736D"/>
                </a:solidFill>
                <a:latin typeface="Arial"/>
                <a:ea typeface="Arial"/>
                <a:cs typeface="Arial"/>
              </a:defRPr>
            </a:defPPr>
            <a:lvl1pPr algn="l">
              <a:defRPr sz="1650" b="0">
                <a:solidFill>
                  <a:srgbClr val="61736D"/>
                </a:solidFill>
                <a:latin typeface="Arial"/>
                <a:ea typeface="Arial"/>
                <a:cs typeface="Arial"/>
              </a:defRPr>
            </a:lvl1pPr>
            <a:lvl2pPr algn="l">
              <a:defRPr sz="1650" b="0">
                <a:solidFill>
                  <a:srgbClr val="61736D"/>
                </a:solidFill>
                <a:latin typeface="Arial"/>
                <a:ea typeface="Arial"/>
                <a:cs typeface="Arial"/>
              </a:defRPr>
            </a:lvl2pPr>
            <a:lvl3pPr algn="l">
              <a:defRPr sz="1650" b="0">
                <a:solidFill>
                  <a:srgbClr val="61736D"/>
                </a:solidFill>
                <a:latin typeface="Arial"/>
                <a:ea typeface="Arial"/>
                <a:cs typeface="Arial"/>
              </a:defRPr>
            </a:lvl3pPr>
            <a:lvl4pPr algn="l">
              <a:defRPr sz="1650" b="0">
                <a:solidFill>
                  <a:srgbClr val="61736D"/>
                </a:solidFill>
                <a:latin typeface="Arial"/>
                <a:ea typeface="Arial"/>
                <a:cs typeface="Arial"/>
              </a:defRPr>
            </a:lvl4pPr>
            <a:lvl5pPr algn="l">
              <a:defRPr sz="1650" b="0">
                <a:solidFill>
                  <a:srgbClr val="61736D"/>
                </a:solidFill>
                <a:latin typeface="Arial"/>
                <a:ea typeface="Arial"/>
                <a:cs typeface="Arial"/>
              </a:defRPr>
            </a:lvl5pPr>
            <a:lvl6pPr algn="l">
              <a:defRPr sz="1650" b="0">
                <a:solidFill>
                  <a:srgbClr val="61736D"/>
                </a:solidFill>
                <a:latin typeface="Arial"/>
                <a:ea typeface="Arial"/>
                <a:cs typeface="Arial"/>
              </a:defRPr>
            </a:lvl6pPr>
            <a:lvl7pPr algn="l">
              <a:defRPr sz="1650" b="0">
                <a:solidFill>
                  <a:srgbClr val="61736D"/>
                </a:solidFill>
                <a:latin typeface="Arial"/>
                <a:ea typeface="Arial"/>
                <a:cs typeface="Arial"/>
              </a:defRPr>
            </a:lvl7pPr>
            <a:lvl8pPr algn="l">
              <a:defRPr sz="1650" b="0">
                <a:solidFill>
                  <a:srgbClr val="61736D"/>
                </a:solidFill>
                <a:latin typeface="Arial"/>
                <a:ea typeface="Arial"/>
                <a:cs typeface="Arial"/>
              </a:defRPr>
            </a:lvl8pPr>
            <a:lvl9pPr algn="l">
              <a:defRPr sz="1650" b="0">
                <a:solidFill>
                  <a:srgbClr val="61736D"/>
                </a:solidFill>
                <a:latin typeface="Arial"/>
                <a:ea typeface="Arial"/>
                <a:cs typeface="Arial"/>
              </a:defRPr>
            </a:lvl9pPr>
          </a:lstStyle>
          <a:p xmlns:a="http://schemas.openxmlformats.org/drawingml/2006/main">
            <a:pPr algn="l">
              <a:defRPr sz="1650" b="0">
                <a:solidFill>
                  <a:srgbClr val="61736D"/>
                </a:solidFill>
                <a:latin typeface="Arial"/>
                <a:ea typeface="Arial"/>
                <a:cs typeface="Arial"/>
              </a:defRPr>
            </a:pPr>
            <a:r>
              <a:rPr sz="1650" b="0">
                <a:solidFill>
                  <a:srgbClr val="61736D"/>
                </a:solidFill>
                <a:latin typeface="Arial"/>
                <a:ea typeface="Arial"/>
                <a:cs typeface="Arial"/>
              </a:rPr>
              <a:t>Retention theo định nghĩa có giao dịch vào ngày sau ngày mua đầu</a:t>
            </a:r>
          </a:p>
        </p:txBody>
      </p:sp>
      <p:sp>
        <p:nvSpPr>
          <p:cNvPr id="8" name="">
            <a:extLst xmlns:a="http://schemas.openxmlformats.org/drawingml/2006/main">
              <a:ext uri="{FF2B5EF4-FFF2-40B4-BE49-F238E27FC236}">
                <a16:creationId xmlns:a16="http://schemas.microsoft.com/office/drawing/2014/main" id="{958671F4-81B7-42C6-B450-7EEE0A1E2017}"/>
              </a:ext>
            </a:extLst>
          </p:cNvPr>
          <p:cNvSpPr>
            <a:spLocks xmlns:a="http://schemas.openxmlformats.org/drawingml/2006/main" noGrp="1"/>
          </p:cNvSpPr>
          <p:nvPr/>
        </p:nvSpPr>
        <p:spPr>
          <a:xfrm xmlns:a="http://schemas.openxmlformats.org/drawingml/2006/main">
            <a:off x="876300" y="261937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2325" b="1">
                <a:solidFill>
                  <a:srgbClr val="176B87"/>
                </a:solidFill>
                <a:latin typeface="Arial"/>
                <a:ea typeface="Arial"/>
                <a:cs typeface="Arial"/>
              </a:defRPr>
            </a:defPPr>
            <a:lvl1pPr algn="ctr">
              <a:defRPr sz="2325" b="1">
                <a:solidFill>
                  <a:srgbClr val="176B87"/>
                </a:solidFill>
                <a:latin typeface="Arial"/>
                <a:ea typeface="Arial"/>
                <a:cs typeface="Arial"/>
              </a:defRPr>
            </a:lvl1pPr>
            <a:lvl2pPr algn="ctr">
              <a:defRPr sz="2325" b="1">
                <a:solidFill>
                  <a:srgbClr val="176B87"/>
                </a:solidFill>
                <a:latin typeface="Arial"/>
                <a:ea typeface="Arial"/>
                <a:cs typeface="Arial"/>
              </a:defRPr>
            </a:lvl2pPr>
            <a:lvl3pPr algn="ctr">
              <a:defRPr sz="2325" b="1">
                <a:solidFill>
                  <a:srgbClr val="176B87"/>
                </a:solidFill>
                <a:latin typeface="Arial"/>
                <a:ea typeface="Arial"/>
                <a:cs typeface="Arial"/>
              </a:defRPr>
            </a:lvl3pPr>
            <a:lvl4pPr algn="ctr">
              <a:defRPr sz="2325" b="1">
                <a:solidFill>
                  <a:srgbClr val="176B87"/>
                </a:solidFill>
                <a:latin typeface="Arial"/>
                <a:ea typeface="Arial"/>
                <a:cs typeface="Arial"/>
              </a:defRPr>
            </a:lvl4pPr>
            <a:lvl5pPr algn="ctr">
              <a:defRPr sz="2325" b="1">
                <a:solidFill>
                  <a:srgbClr val="176B87"/>
                </a:solidFill>
                <a:latin typeface="Arial"/>
                <a:ea typeface="Arial"/>
                <a:cs typeface="Arial"/>
              </a:defRPr>
            </a:lvl5pPr>
            <a:lvl6pPr algn="ctr">
              <a:defRPr sz="2325" b="1">
                <a:solidFill>
                  <a:srgbClr val="176B87"/>
                </a:solidFill>
                <a:latin typeface="Arial"/>
                <a:ea typeface="Arial"/>
                <a:cs typeface="Arial"/>
              </a:defRPr>
            </a:lvl6pPr>
            <a:lvl7pPr algn="ctr">
              <a:defRPr sz="2325" b="1">
                <a:solidFill>
                  <a:srgbClr val="176B87"/>
                </a:solidFill>
                <a:latin typeface="Arial"/>
                <a:ea typeface="Arial"/>
                <a:cs typeface="Arial"/>
              </a:defRPr>
            </a:lvl7pPr>
            <a:lvl8pPr algn="ctr">
              <a:defRPr sz="2325" b="1">
                <a:solidFill>
                  <a:srgbClr val="176B87"/>
                </a:solidFill>
                <a:latin typeface="Arial"/>
                <a:ea typeface="Arial"/>
                <a:cs typeface="Arial"/>
              </a:defRPr>
            </a:lvl8pPr>
            <a:lvl9pPr algn="ctr">
              <a:defRPr sz="2325" b="1">
                <a:solidFill>
                  <a:srgbClr val="176B87"/>
                </a:solidFill>
                <a:latin typeface="Arial"/>
                <a:ea typeface="Arial"/>
                <a:cs typeface="Arial"/>
              </a:defRPr>
            </a:lvl9pPr>
          </a:lstStyle>
          <a:p xmlns:a="http://schemas.openxmlformats.org/drawingml/2006/main">
            <a:pPr algn="ctr">
              <a:defRPr sz="2325" b="1">
                <a:solidFill>
                  <a:srgbClr val="176B87"/>
                </a:solidFill>
                <a:latin typeface="Arial"/>
                <a:ea typeface="Arial"/>
                <a:cs typeface="Arial"/>
              </a:defRPr>
            </a:pPr>
            <a:r>
              <a:rPr sz="2325" b="1">
                <a:solidFill>
                  <a:srgbClr val="176B87"/>
                </a:solidFill>
                <a:latin typeface="Arial"/>
                <a:ea typeface="Arial"/>
                <a:cs typeface="Arial"/>
              </a:rPr>
              <a:t>5,64%</a:t>
            </a:r>
          </a:p>
        </p:txBody>
      </p:sp>
      <p:sp>
        <p:nvSpPr>
          <p:cNvPr id="9" name="">
            <a:extLst xmlns:a="http://schemas.openxmlformats.org/drawingml/2006/main">
              <a:ext uri="{FF2B5EF4-FFF2-40B4-BE49-F238E27FC236}">
                <a16:creationId xmlns:a16="http://schemas.microsoft.com/office/drawing/2014/main" id="{7C50B8E6-36E5-41DF-A644-17E4F8CB075F}"/>
              </a:ext>
            </a:extLst>
          </p:cNvPr>
          <p:cNvSpPr>
            <a:spLocks xmlns:a="http://schemas.openxmlformats.org/drawingml/2006/main" noGrp="1"/>
          </p:cNvSpPr>
          <p:nvPr/>
        </p:nvSpPr>
        <p:spPr>
          <a:xfrm xmlns:a="http://schemas.openxmlformats.org/drawingml/2006/main">
            <a:off x="876300" y="3219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425" b="0">
                <a:solidFill>
                  <a:srgbClr val="61736D"/>
                </a:solidFill>
                <a:latin typeface="Arial"/>
                <a:ea typeface="Arial"/>
                <a:cs typeface="Arial"/>
              </a:defRPr>
            </a:defPPr>
            <a:lvl1pPr algn="ctr">
              <a:defRPr sz="1425" b="0">
                <a:solidFill>
                  <a:srgbClr val="61736D"/>
                </a:solidFill>
                <a:latin typeface="Arial"/>
                <a:ea typeface="Arial"/>
                <a:cs typeface="Arial"/>
              </a:defRPr>
            </a:lvl1pPr>
            <a:lvl2pPr algn="ctr">
              <a:defRPr sz="1425" b="0">
                <a:solidFill>
                  <a:srgbClr val="61736D"/>
                </a:solidFill>
                <a:latin typeface="Arial"/>
                <a:ea typeface="Arial"/>
                <a:cs typeface="Arial"/>
              </a:defRPr>
            </a:lvl2pPr>
            <a:lvl3pPr algn="ctr">
              <a:defRPr sz="1425" b="0">
                <a:solidFill>
                  <a:srgbClr val="61736D"/>
                </a:solidFill>
                <a:latin typeface="Arial"/>
                <a:ea typeface="Arial"/>
                <a:cs typeface="Arial"/>
              </a:defRPr>
            </a:lvl3pPr>
            <a:lvl4pPr algn="ctr">
              <a:defRPr sz="1425" b="0">
                <a:solidFill>
                  <a:srgbClr val="61736D"/>
                </a:solidFill>
                <a:latin typeface="Arial"/>
                <a:ea typeface="Arial"/>
                <a:cs typeface="Arial"/>
              </a:defRPr>
            </a:lvl4pPr>
            <a:lvl5pPr algn="ctr">
              <a:defRPr sz="1425" b="0">
                <a:solidFill>
                  <a:srgbClr val="61736D"/>
                </a:solidFill>
                <a:latin typeface="Arial"/>
                <a:ea typeface="Arial"/>
                <a:cs typeface="Arial"/>
              </a:defRPr>
            </a:lvl5pPr>
            <a:lvl6pPr algn="ctr">
              <a:defRPr sz="1425" b="0">
                <a:solidFill>
                  <a:srgbClr val="61736D"/>
                </a:solidFill>
                <a:latin typeface="Arial"/>
                <a:ea typeface="Arial"/>
                <a:cs typeface="Arial"/>
              </a:defRPr>
            </a:lvl6pPr>
            <a:lvl7pPr algn="ctr">
              <a:defRPr sz="1425" b="0">
                <a:solidFill>
                  <a:srgbClr val="61736D"/>
                </a:solidFill>
                <a:latin typeface="Arial"/>
                <a:ea typeface="Arial"/>
                <a:cs typeface="Arial"/>
              </a:defRPr>
            </a:lvl7pPr>
            <a:lvl8pPr algn="ctr">
              <a:defRPr sz="1425" b="0">
                <a:solidFill>
                  <a:srgbClr val="61736D"/>
                </a:solidFill>
                <a:latin typeface="Arial"/>
                <a:ea typeface="Arial"/>
                <a:cs typeface="Arial"/>
              </a:defRPr>
            </a:lvl8pPr>
            <a:lvl9pPr algn="ctr">
              <a:defRPr sz="1425" b="0">
                <a:solidFill>
                  <a:srgbClr val="61736D"/>
                </a:solidFill>
                <a:latin typeface="Arial"/>
                <a:ea typeface="Arial"/>
                <a:cs typeface="Arial"/>
              </a:defRPr>
            </a:lvl9pPr>
          </a:lstStyle>
          <a:p xmlns:a="http://schemas.openxmlformats.org/drawingml/2006/main">
            <a:pPr algn="ctr">
              <a:defRPr sz="1425" b="0">
                <a:solidFill>
                  <a:srgbClr val="61736D"/>
                </a:solidFill>
                <a:latin typeface="Arial"/>
                <a:ea typeface="Arial"/>
                <a:cs typeface="Arial"/>
              </a:defRPr>
            </a:pPr>
            <a:r>
              <a:rPr sz="1425" b="0">
                <a:solidFill>
                  <a:srgbClr val="61736D"/>
                </a:solidFill>
                <a:latin typeface="Arial"/>
                <a:ea typeface="Arial"/>
                <a:cs typeface="Arial"/>
              </a:rPr>
              <a:t>30 ngày</a:t>
            </a:r>
          </a:p>
        </p:txBody>
      </p:sp>
      <p:sp>
        <p:nvSpPr>
          <p:cNvPr id="10" name="">
            <a:extLst xmlns:a="http://schemas.openxmlformats.org/drawingml/2006/main">
              <a:ext uri="{FF2B5EF4-FFF2-40B4-BE49-F238E27FC236}">
                <a16:creationId xmlns:a16="http://schemas.microsoft.com/office/drawing/2014/main" id="{169D6024-05B4-49E2-AC92-076F19A3E152}"/>
              </a:ext>
            </a:extLst>
          </p:cNvPr>
          <p:cNvSpPr>
            <a:spLocks xmlns:a="http://schemas.openxmlformats.org/drawingml/2006/main" noGrp="1"/>
          </p:cNvSpPr>
          <p:nvPr/>
        </p:nvSpPr>
        <p:spPr>
          <a:xfrm xmlns:a="http://schemas.openxmlformats.org/drawingml/2006/main">
            <a:off x="971550" y="3686175"/>
            <a:ext cx="1238250"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1" name="">
            <a:extLst xmlns:a="http://schemas.openxmlformats.org/drawingml/2006/main">
              <a:ext uri="{FF2B5EF4-FFF2-40B4-BE49-F238E27FC236}">
                <a16:creationId xmlns:a16="http://schemas.microsoft.com/office/drawing/2014/main" id="{17D4E15D-7CF1-4E3E-96B4-0E2F8719A13C}"/>
              </a:ext>
            </a:extLst>
          </p:cNvPr>
          <p:cNvSpPr>
            <a:spLocks xmlns:a="http://schemas.openxmlformats.org/drawingml/2006/main" noGrp="1"/>
          </p:cNvSpPr>
          <p:nvPr/>
        </p:nvSpPr>
        <p:spPr>
          <a:xfrm xmlns:a="http://schemas.openxmlformats.org/drawingml/2006/main">
            <a:off x="2447925" y="261937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2325" b="1">
                <a:solidFill>
                  <a:srgbClr val="176B87"/>
                </a:solidFill>
                <a:latin typeface="Arial"/>
                <a:ea typeface="Arial"/>
                <a:cs typeface="Arial"/>
              </a:defRPr>
            </a:defPPr>
            <a:lvl1pPr algn="ctr">
              <a:defRPr sz="2325" b="1">
                <a:solidFill>
                  <a:srgbClr val="176B87"/>
                </a:solidFill>
                <a:latin typeface="Arial"/>
                <a:ea typeface="Arial"/>
                <a:cs typeface="Arial"/>
              </a:defRPr>
            </a:lvl1pPr>
            <a:lvl2pPr algn="ctr">
              <a:defRPr sz="2325" b="1">
                <a:solidFill>
                  <a:srgbClr val="176B87"/>
                </a:solidFill>
                <a:latin typeface="Arial"/>
                <a:ea typeface="Arial"/>
                <a:cs typeface="Arial"/>
              </a:defRPr>
            </a:lvl2pPr>
            <a:lvl3pPr algn="ctr">
              <a:defRPr sz="2325" b="1">
                <a:solidFill>
                  <a:srgbClr val="176B87"/>
                </a:solidFill>
                <a:latin typeface="Arial"/>
                <a:ea typeface="Arial"/>
                <a:cs typeface="Arial"/>
              </a:defRPr>
            </a:lvl3pPr>
            <a:lvl4pPr algn="ctr">
              <a:defRPr sz="2325" b="1">
                <a:solidFill>
                  <a:srgbClr val="176B87"/>
                </a:solidFill>
                <a:latin typeface="Arial"/>
                <a:ea typeface="Arial"/>
                <a:cs typeface="Arial"/>
              </a:defRPr>
            </a:lvl4pPr>
            <a:lvl5pPr algn="ctr">
              <a:defRPr sz="2325" b="1">
                <a:solidFill>
                  <a:srgbClr val="176B87"/>
                </a:solidFill>
                <a:latin typeface="Arial"/>
                <a:ea typeface="Arial"/>
                <a:cs typeface="Arial"/>
              </a:defRPr>
            </a:lvl5pPr>
            <a:lvl6pPr algn="ctr">
              <a:defRPr sz="2325" b="1">
                <a:solidFill>
                  <a:srgbClr val="176B87"/>
                </a:solidFill>
                <a:latin typeface="Arial"/>
                <a:ea typeface="Arial"/>
                <a:cs typeface="Arial"/>
              </a:defRPr>
            </a:lvl6pPr>
            <a:lvl7pPr algn="ctr">
              <a:defRPr sz="2325" b="1">
                <a:solidFill>
                  <a:srgbClr val="176B87"/>
                </a:solidFill>
                <a:latin typeface="Arial"/>
                <a:ea typeface="Arial"/>
                <a:cs typeface="Arial"/>
              </a:defRPr>
            </a:lvl7pPr>
            <a:lvl8pPr algn="ctr">
              <a:defRPr sz="2325" b="1">
                <a:solidFill>
                  <a:srgbClr val="176B87"/>
                </a:solidFill>
                <a:latin typeface="Arial"/>
                <a:ea typeface="Arial"/>
                <a:cs typeface="Arial"/>
              </a:defRPr>
            </a:lvl8pPr>
            <a:lvl9pPr algn="ctr">
              <a:defRPr sz="2325" b="1">
                <a:solidFill>
                  <a:srgbClr val="176B87"/>
                </a:solidFill>
                <a:latin typeface="Arial"/>
                <a:ea typeface="Arial"/>
                <a:cs typeface="Arial"/>
              </a:defRPr>
            </a:lvl9pPr>
          </a:lstStyle>
          <a:p xmlns:a="http://schemas.openxmlformats.org/drawingml/2006/main">
            <a:pPr algn="ctr">
              <a:defRPr sz="2325" b="1">
                <a:solidFill>
                  <a:srgbClr val="176B87"/>
                </a:solidFill>
                <a:latin typeface="Arial"/>
                <a:ea typeface="Arial"/>
                <a:cs typeface="Arial"/>
              </a:defRPr>
            </a:pPr>
            <a:r>
              <a:rPr sz="2325" b="1">
                <a:solidFill>
                  <a:srgbClr val="176B87"/>
                </a:solidFill>
                <a:latin typeface="Arial"/>
                <a:ea typeface="Arial"/>
                <a:cs typeface="Arial"/>
              </a:rPr>
              <a:t>7,19%</a:t>
            </a:r>
          </a:p>
        </p:txBody>
      </p:sp>
      <p:sp>
        <p:nvSpPr>
          <p:cNvPr id="12" name="">
            <a:extLst xmlns:a="http://schemas.openxmlformats.org/drawingml/2006/main">
              <a:ext uri="{FF2B5EF4-FFF2-40B4-BE49-F238E27FC236}">
                <a16:creationId xmlns:a16="http://schemas.microsoft.com/office/drawing/2014/main" id="{E197D26E-DCC8-48D7-99A4-7FDD3EA06C4B}"/>
              </a:ext>
            </a:extLst>
          </p:cNvPr>
          <p:cNvSpPr>
            <a:spLocks xmlns:a="http://schemas.openxmlformats.org/drawingml/2006/main" noGrp="1"/>
          </p:cNvSpPr>
          <p:nvPr/>
        </p:nvSpPr>
        <p:spPr>
          <a:xfrm xmlns:a="http://schemas.openxmlformats.org/drawingml/2006/main">
            <a:off x="2447925" y="3219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425" b="0">
                <a:solidFill>
                  <a:srgbClr val="61736D"/>
                </a:solidFill>
                <a:latin typeface="Arial"/>
                <a:ea typeface="Arial"/>
                <a:cs typeface="Arial"/>
              </a:defRPr>
            </a:defPPr>
            <a:lvl1pPr algn="ctr">
              <a:defRPr sz="1425" b="0">
                <a:solidFill>
                  <a:srgbClr val="61736D"/>
                </a:solidFill>
                <a:latin typeface="Arial"/>
                <a:ea typeface="Arial"/>
                <a:cs typeface="Arial"/>
              </a:defRPr>
            </a:lvl1pPr>
            <a:lvl2pPr algn="ctr">
              <a:defRPr sz="1425" b="0">
                <a:solidFill>
                  <a:srgbClr val="61736D"/>
                </a:solidFill>
                <a:latin typeface="Arial"/>
                <a:ea typeface="Arial"/>
                <a:cs typeface="Arial"/>
              </a:defRPr>
            </a:lvl2pPr>
            <a:lvl3pPr algn="ctr">
              <a:defRPr sz="1425" b="0">
                <a:solidFill>
                  <a:srgbClr val="61736D"/>
                </a:solidFill>
                <a:latin typeface="Arial"/>
                <a:ea typeface="Arial"/>
                <a:cs typeface="Arial"/>
              </a:defRPr>
            </a:lvl3pPr>
            <a:lvl4pPr algn="ctr">
              <a:defRPr sz="1425" b="0">
                <a:solidFill>
                  <a:srgbClr val="61736D"/>
                </a:solidFill>
                <a:latin typeface="Arial"/>
                <a:ea typeface="Arial"/>
                <a:cs typeface="Arial"/>
              </a:defRPr>
            </a:lvl4pPr>
            <a:lvl5pPr algn="ctr">
              <a:defRPr sz="1425" b="0">
                <a:solidFill>
                  <a:srgbClr val="61736D"/>
                </a:solidFill>
                <a:latin typeface="Arial"/>
                <a:ea typeface="Arial"/>
                <a:cs typeface="Arial"/>
              </a:defRPr>
            </a:lvl5pPr>
            <a:lvl6pPr algn="ctr">
              <a:defRPr sz="1425" b="0">
                <a:solidFill>
                  <a:srgbClr val="61736D"/>
                </a:solidFill>
                <a:latin typeface="Arial"/>
                <a:ea typeface="Arial"/>
                <a:cs typeface="Arial"/>
              </a:defRPr>
            </a:lvl6pPr>
            <a:lvl7pPr algn="ctr">
              <a:defRPr sz="1425" b="0">
                <a:solidFill>
                  <a:srgbClr val="61736D"/>
                </a:solidFill>
                <a:latin typeface="Arial"/>
                <a:ea typeface="Arial"/>
                <a:cs typeface="Arial"/>
              </a:defRPr>
            </a:lvl7pPr>
            <a:lvl8pPr algn="ctr">
              <a:defRPr sz="1425" b="0">
                <a:solidFill>
                  <a:srgbClr val="61736D"/>
                </a:solidFill>
                <a:latin typeface="Arial"/>
                <a:ea typeface="Arial"/>
                <a:cs typeface="Arial"/>
              </a:defRPr>
            </a:lvl8pPr>
            <a:lvl9pPr algn="ctr">
              <a:defRPr sz="1425" b="0">
                <a:solidFill>
                  <a:srgbClr val="61736D"/>
                </a:solidFill>
                <a:latin typeface="Arial"/>
                <a:ea typeface="Arial"/>
                <a:cs typeface="Arial"/>
              </a:defRPr>
            </a:lvl9pPr>
          </a:lstStyle>
          <a:p xmlns:a="http://schemas.openxmlformats.org/drawingml/2006/main">
            <a:pPr algn="ctr">
              <a:defRPr sz="1425" b="0">
                <a:solidFill>
                  <a:srgbClr val="61736D"/>
                </a:solidFill>
                <a:latin typeface="Arial"/>
                <a:ea typeface="Arial"/>
                <a:cs typeface="Arial"/>
              </a:defRPr>
            </a:pPr>
            <a:r>
              <a:rPr sz="1425" b="0">
                <a:solidFill>
                  <a:srgbClr val="61736D"/>
                </a:solidFill>
                <a:latin typeface="Arial"/>
                <a:ea typeface="Arial"/>
                <a:cs typeface="Arial"/>
              </a:rPr>
              <a:t>60 ngày</a:t>
            </a:r>
          </a:p>
        </p:txBody>
      </p:sp>
      <p:sp>
        <p:nvSpPr>
          <p:cNvPr id="13" name="">
            <a:extLst xmlns:a="http://schemas.openxmlformats.org/drawingml/2006/main">
              <a:ext uri="{FF2B5EF4-FFF2-40B4-BE49-F238E27FC236}">
                <a16:creationId xmlns:a16="http://schemas.microsoft.com/office/drawing/2014/main" id="{2FAAE0A7-113D-4900-9070-0C2E9D7A4A05}"/>
              </a:ext>
            </a:extLst>
          </p:cNvPr>
          <p:cNvSpPr>
            <a:spLocks xmlns:a="http://schemas.openxmlformats.org/drawingml/2006/main" noGrp="1"/>
          </p:cNvSpPr>
          <p:nvPr/>
        </p:nvSpPr>
        <p:spPr>
          <a:xfrm xmlns:a="http://schemas.openxmlformats.org/drawingml/2006/main">
            <a:off x="2543175" y="3686175"/>
            <a:ext cx="1238250"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4" name="">
            <a:extLst xmlns:a="http://schemas.openxmlformats.org/drawingml/2006/main">
              <a:ext uri="{FF2B5EF4-FFF2-40B4-BE49-F238E27FC236}">
                <a16:creationId xmlns:a16="http://schemas.microsoft.com/office/drawing/2014/main" id="{EDD0C4C4-3F2A-4E77-A268-71358706D441}"/>
              </a:ext>
            </a:extLst>
          </p:cNvPr>
          <p:cNvSpPr>
            <a:spLocks xmlns:a="http://schemas.openxmlformats.org/drawingml/2006/main" noGrp="1"/>
          </p:cNvSpPr>
          <p:nvPr/>
        </p:nvSpPr>
        <p:spPr>
          <a:xfrm xmlns:a="http://schemas.openxmlformats.org/drawingml/2006/main">
            <a:off x="4019550" y="261937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2325" b="1">
                <a:solidFill>
                  <a:srgbClr val="176B87"/>
                </a:solidFill>
                <a:latin typeface="Arial"/>
                <a:ea typeface="Arial"/>
                <a:cs typeface="Arial"/>
              </a:defRPr>
            </a:defPPr>
            <a:lvl1pPr algn="ctr">
              <a:defRPr sz="2325" b="1">
                <a:solidFill>
                  <a:srgbClr val="176B87"/>
                </a:solidFill>
                <a:latin typeface="Arial"/>
                <a:ea typeface="Arial"/>
                <a:cs typeface="Arial"/>
              </a:defRPr>
            </a:lvl1pPr>
            <a:lvl2pPr algn="ctr">
              <a:defRPr sz="2325" b="1">
                <a:solidFill>
                  <a:srgbClr val="176B87"/>
                </a:solidFill>
                <a:latin typeface="Arial"/>
                <a:ea typeface="Arial"/>
                <a:cs typeface="Arial"/>
              </a:defRPr>
            </a:lvl2pPr>
            <a:lvl3pPr algn="ctr">
              <a:defRPr sz="2325" b="1">
                <a:solidFill>
                  <a:srgbClr val="176B87"/>
                </a:solidFill>
                <a:latin typeface="Arial"/>
                <a:ea typeface="Arial"/>
                <a:cs typeface="Arial"/>
              </a:defRPr>
            </a:lvl3pPr>
            <a:lvl4pPr algn="ctr">
              <a:defRPr sz="2325" b="1">
                <a:solidFill>
                  <a:srgbClr val="176B87"/>
                </a:solidFill>
                <a:latin typeface="Arial"/>
                <a:ea typeface="Arial"/>
                <a:cs typeface="Arial"/>
              </a:defRPr>
            </a:lvl4pPr>
            <a:lvl5pPr algn="ctr">
              <a:defRPr sz="2325" b="1">
                <a:solidFill>
                  <a:srgbClr val="176B87"/>
                </a:solidFill>
                <a:latin typeface="Arial"/>
                <a:ea typeface="Arial"/>
                <a:cs typeface="Arial"/>
              </a:defRPr>
            </a:lvl5pPr>
            <a:lvl6pPr algn="ctr">
              <a:defRPr sz="2325" b="1">
                <a:solidFill>
                  <a:srgbClr val="176B87"/>
                </a:solidFill>
                <a:latin typeface="Arial"/>
                <a:ea typeface="Arial"/>
                <a:cs typeface="Arial"/>
              </a:defRPr>
            </a:lvl6pPr>
            <a:lvl7pPr algn="ctr">
              <a:defRPr sz="2325" b="1">
                <a:solidFill>
                  <a:srgbClr val="176B87"/>
                </a:solidFill>
                <a:latin typeface="Arial"/>
                <a:ea typeface="Arial"/>
                <a:cs typeface="Arial"/>
              </a:defRPr>
            </a:lvl7pPr>
            <a:lvl8pPr algn="ctr">
              <a:defRPr sz="2325" b="1">
                <a:solidFill>
                  <a:srgbClr val="176B87"/>
                </a:solidFill>
                <a:latin typeface="Arial"/>
                <a:ea typeface="Arial"/>
                <a:cs typeface="Arial"/>
              </a:defRPr>
            </a:lvl8pPr>
            <a:lvl9pPr algn="ctr">
              <a:defRPr sz="2325" b="1">
                <a:solidFill>
                  <a:srgbClr val="176B87"/>
                </a:solidFill>
                <a:latin typeface="Arial"/>
                <a:ea typeface="Arial"/>
                <a:cs typeface="Arial"/>
              </a:defRPr>
            </a:lvl9pPr>
          </a:lstStyle>
          <a:p xmlns:a="http://schemas.openxmlformats.org/drawingml/2006/main">
            <a:pPr algn="ctr">
              <a:defRPr sz="2325" b="1">
                <a:solidFill>
                  <a:srgbClr val="176B87"/>
                </a:solidFill>
                <a:latin typeface="Arial"/>
                <a:ea typeface="Arial"/>
                <a:cs typeface="Arial"/>
              </a:defRPr>
            </a:pPr>
            <a:r>
              <a:rPr sz="2325" b="1">
                <a:solidFill>
                  <a:srgbClr val="176B87"/>
                </a:solidFill>
                <a:latin typeface="Arial"/>
                <a:ea typeface="Arial"/>
                <a:cs typeface="Arial"/>
              </a:rPr>
              <a:t>8,43%</a:t>
            </a:r>
          </a:p>
        </p:txBody>
      </p:sp>
      <p:sp>
        <p:nvSpPr>
          <p:cNvPr id="15" name="">
            <a:extLst xmlns:a="http://schemas.openxmlformats.org/drawingml/2006/main">
              <a:ext uri="{FF2B5EF4-FFF2-40B4-BE49-F238E27FC236}">
                <a16:creationId xmlns:a16="http://schemas.microsoft.com/office/drawing/2014/main" id="{D2501ACB-2759-4E44-9488-515A8B653B33}"/>
              </a:ext>
            </a:extLst>
          </p:cNvPr>
          <p:cNvSpPr>
            <a:spLocks xmlns:a="http://schemas.openxmlformats.org/drawingml/2006/main" noGrp="1"/>
          </p:cNvSpPr>
          <p:nvPr/>
        </p:nvSpPr>
        <p:spPr>
          <a:xfrm xmlns:a="http://schemas.openxmlformats.org/drawingml/2006/main">
            <a:off x="4019550" y="3219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425" b="0">
                <a:solidFill>
                  <a:srgbClr val="61736D"/>
                </a:solidFill>
                <a:latin typeface="Arial"/>
                <a:ea typeface="Arial"/>
                <a:cs typeface="Arial"/>
              </a:defRPr>
            </a:defPPr>
            <a:lvl1pPr algn="ctr">
              <a:defRPr sz="1425" b="0">
                <a:solidFill>
                  <a:srgbClr val="61736D"/>
                </a:solidFill>
                <a:latin typeface="Arial"/>
                <a:ea typeface="Arial"/>
                <a:cs typeface="Arial"/>
              </a:defRPr>
            </a:lvl1pPr>
            <a:lvl2pPr algn="ctr">
              <a:defRPr sz="1425" b="0">
                <a:solidFill>
                  <a:srgbClr val="61736D"/>
                </a:solidFill>
                <a:latin typeface="Arial"/>
                <a:ea typeface="Arial"/>
                <a:cs typeface="Arial"/>
              </a:defRPr>
            </a:lvl2pPr>
            <a:lvl3pPr algn="ctr">
              <a:defRPr sz="1425" b="0">
                <a:solidFill>
                  <a:srgbClr val="61736D"/>
                </a:solidFill>
                <a:latin typeface="Arial"/>
                <a:ea typeface="Arial"/>
                <a:cs typeface="Arial"/>
              </a:defRPr>
            </a:lvl3pPr>
            <a:lvl4pPr algn="ctr">
              <a:defRPr sz="1425" b="0">
                <a:solidFill>
                  <a:srgbClr val="61736D"/>
                </a:solidFill>
                <a:latin typeface="Arial"/>
                <a:ea typeface="Arial"/>
                <a:cs typeface="Arial"/>
              </a:defRPr>
            </a:lvl4pPr>
            <a:lvl5pPr algn="ctr">
              <a:defRPr sz="1425" b="0">
                <a:solidFill>
                  <a:srgbClr val="61736D"/>
                </a:solidFill>
                <a:latin typeface="Arial"/>
                <a:ea typeface="Arial"/>
                <a:cs typeface="Arial"/>
              </a:defRPr>
            </a:lvl5pPr>
            <a:lvl6pPr algn="ctr">
              <a:defRPr sz="1425" b="0">
                <a:solidFill>
                  <a:srgbClr val="61736D"/>
                </a:solidFill>
                <a:latin typeface="Arial"/>
                <a:ea typeface="Arial"/>
                <a:cs typeface="Arial"/>
              </a:defRPr>
            </a:lvl6pPr>
            <a:lvl7pPr algn="ctr">
              <a:defRPr sz="1425" b="0">
                <a:solidFill>
                  <a:srgbClr val="61736D"/>
                </a:solidFill>
                <a:latin typeface="Arial"/>
                <a:ea typeface="Arial"/>
                <a:cs typeface="Arial"/>
              </a:defRPr>
            </a:lvl7pPr>
            <a:lvl8pPr algn="ctr">
              <a:defRPr sz="1425" b="0">
                <a:solidFill>
                  <a:srgbClr val="61736D"/>
                </a:solidFill>
                <a:latin typeface="Arial"/>
                <a:ea typeface="Arial"/>
                <a:cs typeface="Arial"/>
              </a:defRPr>
            </a:lvl8pPr>
            <a:lvl9pPr algn="ctr">
              <a:defRPr sz="1425" b="0">
                <a:solidFill>
                  <a:srgbClr val="61736D"/>
                </a:solidFill>
                <a:latin typeface="Arial"/>
                <a:ea typeface="Arial"/>
                <a:cs typeface="Arial"/>
              </a:defRPr>
            </a:lvl9pPr>
          </a:lstStyle>
          <a:p xmlns:a="http://schemas.openxmlformats.org/drawingml/2006/main">
            <a:pPr algn="ctr">
              <a:defRPr sz="1425" b="0">
                <a:solidFill>
                  <a:srgbClr val="61736D"/>
                </a:solidFill>
                <a:latin typeface="Arial"/>
                <a:ea typeface="Arial"/>
                <a:cs typeface="Arial"/>
              </a:defRPr>
            </a:pPr>
            <a:r>
              <a:rPr sz="1425" b="0">
                <a:solidFill>
                  <a:srgbClr val="61736D"/>
                </a:solidFill>
                <a:latin typeface="Arial"/>
                <a:ea typeface="Arial"/>
                <a:cs typeface="Arial"/>
              </a:rPr>
              <a:t>90 ngày</a:t>
            </a:r>
          </a:p>
        </p:txBody>
      </p:sp>
      <p:sp>
        <p:nvSpPr>
          <p:cNvPr id="16" name="">
            <a:extLst xmlns:a="http://schemas.openxmlformats.org/drawingml/2006/main">
              <a:ext uri="{FF2B5EF4-FFF2-40B4-BE49-F238E27FC236}">
                <a16:creationId xmlns:a16="http://schemas.microsoft.com/office/drawing/2014/main" id="{6A08B88C-9BD9-4C6B-994D-76FBD4F67183}"/>
              </a:ext>
            </a:extLst>
          </p:cNvPr>
          <p:cNvSpPr>
            <a:spLocks xmlns:a="http://schemas.openxmlformats.org/drawingml/2006/main" noGrp="1"/>
          </p:cNvSpPr>
          <p:nvPr/>
        </p:nvSpPr>
        <p:spPr>
          <a:xfrm xmlns:a="http://schemas.openxmlformats.org/drawingml/2006/main">
            <a:off x="4114800" y="3686175"/>
            <a:ext cx="1238250"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7" name="">
            <a:extLst xmlns:a="http://schemas.openxmlformats.org/drawingml/2006/main">
              <a:ext uri="{FF2B5EF4-FFF2-40B4-BE49-F238E27FC236}">
                <a16:creationId xmlns:a16="http://schemas.microsoft.com/office/drawing/2014/main" id="{CA6FA1F4-7B0C-48EA-B940-FE8D9C3875EA}"/>
              </a:ext>
            </a:extLst>
          </p:cNvPr>
          <p:cNvSpPr>
            <a:spLocks xmlns:a="http://schemas.openxmlformats.org/drawingml/2006/main" noGrp="1"/>
          </p:cNvSpPr>
          <p:nvPr/>
        </p:nvSpPr>
        <p:spPr>
          <a:xfrm xmlns:a="http://schemas.openxmlformats.org/drawingml/2006/main">
            <a:off x="5591175" y="2619375"/>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2325" b="1">
                <a:solidFill>
                  <a:srgbClr val="183D36"/>
                </a:solidFill>
                <a:latin typeface="Arial"/>
                <a:ea typeface="Arial"/>
                <a:cs typeface="Arial"/>
              </a:defRPr>
            </a:defPPr>
            <a:lvl1pPr algn="ctr">
              <a:defRPr sz="2325" b="1">
                <a:solidFill>
                  <a:srgbClr val="183D36"/>
                </a:solidFill>
                <a:latin typeface="Arial"/>
                <a:ea typeface="Arial"/>
                <a:cs typeface="Arial"/>
              </a:defRPr>
            </a:lvl1pPr>
            <a:lvl2pPr algn="ctr">
              <a:defRPr sz="2325" b="1">
                <a:solidFill>
                  <a:srgbClr val="183D36"/>
                </a:solidFill>
                <a:latin typeface="Arial"/>
                <a:ea typeface="Arial"/>
                <a:cs typeface="Arial"/>
              </a:defRPr>
            </a:lvl2pPr>
            <a:lvl3pPr algn="ctr">
              <a:defRPr sz="2325" b="1">
                <a:solidFill>
                  <a:srgbClr val="183D36"/>
                </a:solidFill>
                <a:latin typeface="Arial"/>
                <a:ea typeface="Arial"/>
                <a:cs typeface="Arial"/>
              </a:defRPr>
            </a:lvl3pPr>
            <a:lvl4pPr algn="ctr">
              <a:defRPr sz="2325" b="1">
                <a:solidFill>
                  <a:srgbClr val="183D36"/>
                </a:solidFill>
                <a:latin typeface="Arial"/>
                <a:ea typeface="Arial"/>
                <a:cs typeface="Arial"/>
              </a:defRPr>
            </a:lvl4pPr>
            <a:lvl5pPr algn="ctr">
              <a:defRPr sz="2325" b="1">
                <a:solidFill>
                  <a:srgbClr val="183D36"/>
                </a:solidFill>
                <a:latin typeface="Arial"/>
                <a:ea typeface="Arial"/>
                <a:cs typeface="Arial"/>
              </a:defRPr>
            </a:lvl5pPr>
            <a:lvl6pPr algn="ctr">
              <a:defRPr sz="2325" b="1">
                <a:solidFill>
                  <a:srgbClr val="183D36"/>
                </a:solidFill>
                <a:latin typeface="Arial"/>
                <a:ea typeface="Arial"/>
                <a:cs typeface="Arial"/>
              </a:defRPr>
            </a:lvl6pPr>
            <a:lvl7pPr algn="ctr">
              <a:defRPr sz="2325" b="1">
                <a:solidFill>
                  <a:srgbClr val="183D36"/>
                </a:solidFill>
                <a:latin typeface="Arial"/>
                <a:ea typeface="Arial"/>
                <a:cs typeface="Arial"/>
              </a:defRPr>
            </a:lvl7pPr>
            <a:lvl8pPr algn="ctr">
              <a:defRPr sz="2325" b="1">
                <a:solidFill>
                  <a:srgbClr val="183D36"/>
                </a:solidFill>
                <a:latin typeface="Arial"/>
                <a:ea typeface="Arial"/>
                <a:cs typeface="Arial"/>
              </a:defRPr>
            </a:lvl8pPr>
            <a:lvl9pPr algn="ctr">
              <a:defRPr sz="2325" b="1">
                <a:solidFill>
                  <a:srgbClr val="183D36"/>
                </a:solidFill>
                <a:latin typeface="Arial"/>
                <a:ea typeface="Arial"/>
                <a:cs typeface="Arial"/>
              </a:defRPr>
            </a:lvl9pPr>
          </a:lstStyle>
          <a:p xmlns:a="http://schemas.openxmlformats.org/drawingml/2006/main">
            <a:pPr algn="ctr">
              <a:defRPr sz="2325" b="1">
                <a:solidFill>
                  <a:srgbClr val="183D36"/>
                </a:solidFill>
                <a:latin typeface="Arial"/>
                <a:ea typeface="Arial"/>
                <a:cs typeface="Arial"/>
              </a:defRPr>
            </a:pPr>
            <a:r>
              <a:rPr sz="2325" b="1">
                <a:solidFill>
                  <a:srgbClr val="183D36"/>
                </a:solidFill>
                <a:latin typeface="Arial"/>
                <a:ea typeface="Arial"/>
                <a:cs typeface="Arial"/>
              </a:rPr>
              <a:t>10,40%</a:t>
            </a:r>
          </a:p>
        </p:txBody>
      </p:sp>
      <p:sp>
        <p:nvSpPr>
          <p:cNvPr id="18" name="">
            <a:extLst xmlns:a="http://schemas.openxmlformats.org/drawingml/2006/main">
              <a:ext uri="{FF2B5EF4-FFF2-40B4-BE49-F238E27FC236}">
                <a16:creationId xmlns:a16="http://schemas.microsoft.com/office/drawing/2014/main" id="{C0BE73AA-6545-46D9-A611-15394EE15AB9}"/>
              </a:ext>
            </a:extLst>
          </p:cNvPr>
          <p:cNvSpPr>
            <a:spLocks xmlns:a="http://schemas.openxmlformats.org/drawingml/2006/main" noGrp="1"/>
          </p:cNvSpPr>
          <p:nvPr/>
        </p:nvSpPr>
        <p:spPr>
          <a:xfrm xmlns:a="http://schemas.openxmlformats.org/drawingml/2006/main">
            <a:off x="5591175" y="32194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ctr">
              <a:defRPr sz="1425" b="0">
                <a:solidFill>
                  <a:srgbClr val="61736D"/>
                </a:solidFill>
                <a:latin typeface="Arial"/>
                <a:ea typeface="Arial"/>
                <a:cs typeface="Arial"/>
              </a:defRPr>
            </a:defPPr>
            <a:lvl1pPr algn="ctr">
              <a:defRPr sz="1425" b="0">
                <a:solidFill>
                  <a:srgbClr val="61736D"/>
                </a:solidFill>
                <a:latin typeface="Arial"/>
                <a:ea typeface="Arial"/>
                <a:cs typeface="Arial"/>
              </a:defRPr>
            </a:lvl1pPr>
            <a:lvl2pPr algn="ctr">
              <a:defRPr sz="1425" b="0">
                <a:solidFill>
                  <a:srgbClr val="61736D"/>
                </a:solidFill>
                <a:latin typeface="Arial"/>
                <a:ea typeface="Arial"/>
                <a:cs typeface="Arial"/>
              </a:defRPr>
            </a:lvl2pPr>
            <a:lvl3pPr algn="ctr">
              <a:defRPr sz="1425" b="0">
                <a:solidFill>
                  <a:srgbClr val="61736D"/>
                </a:solidFill>
                <a:latin typeface="Arial"/>
                <a:ea typeface="Arial"/>
                <a:cs typeface="Arial"/>
              </a:defRPr>
            </a:lvl3pPr>
            <a:lvl4pPr algn="ctr">
              <a:defRPr sz="1425" b="0">
                <a:solidFill>
                  <a:srgbClr val="61736D"/>
                </a:solidFill>
                <a:latin typeface="Arial"/>
                <a:ea typeface="Arial"/>
                <a:cs typeface="Arial"/>
              </a:defRPr>
            </a:lvl4pPr>
            <a:lvl5pPr algn="ctr">
              <a:defRPr sz="1425" b="0">
                <a:solidFill>
                  <a:srgbClr val="61736D"/>
                </a:solidFill>
                <a:latin typeface="Arial"/>
                <a:ea typeface="Arial"/>
                <a:cs typeface="Arial"/>
              </a:defRPr>
            </a:lvl5pPr>
            <a:lvl6pPr algn="ctr">
              <a:defRPr sz="1425" b="0">
                <a:solidFill>
                  <a:srgbClr val="61736D"/>
                </a:solidFill>
                <a:latin typeface="Arial"/>
                <a:ea typeface="Arial"/>
                <a:cs typeface="Arial"/>
              </a:defRPr>
            </a:lvl6pPr>
            <a:lvl7pPr algn="ctr">
              <a:defRPr sz="1425" b="0">
                <a:solidFill>
                  <a:srgbClr val="61736D"/>
                </a:solidFill>
                <a:latin typeface="Arial"/>
                <a:ea typeface="Arial"/>
                <a:cs typeface="Arial"/>
              </a:defRPr>
            </a:lvl7pPr>
            <a:lvl8pPr algn="ctr">
              <a:defRPr sz="1425" b="0">
                <a:solidFill>
                  <a:srgbClr val="61736D"/>
                </a:solidFill>
                <a:latin typeface="Arial"/>
                <a:ea typeface="Arial"/>
                <a:cs typeface="Arial"/>
              </a:defRPr>
            </a:lvl8pPr>
            <a:lvl9pPr algn="ctr">
              <a:defRPr sz="1425" b="0">
                <a:solidFill>
                  <a:srgbClr val="61736D"/>
                </a:solidFill>
                <a:latin typeface="Arial"/>
                <a:ea typeface="Arial"/>
                <a:cs typeface="Arial"/>
              </a:defRPr>
            </a:lvl9pPr>
          </a:lstStyle>
          <a:p xmlns:a="http://schemas.openxmlformats.org/drawingml/2006/main">
            <a:pPr algn="ctr">
              <a:defRPr sz="1425" b="0">
                <a:solidFill>
                  <a:srgbClr val="61736D"/>
                </a:solidFill>
                <a:latin typeface="Arial"/>
                <a:ea typeface="Arial"/>
                <a:cs typeface="Arial"/>
              </a:defRPr>
            </a:pPr>
            <a:r>
              <a:rPr sz="1425" b="0">
                <a:solidFill>
                  <a:srgbClr val="61736D"/>
                </a:solidFill>
                <a:latin typeface="Arial"/>
                <a:ea typeface="Arial"/>
                <a:cs typeface="Arial"/>
              </a:rPr>
              <a:t>180 ngày</a:t>
            </a:r>
          </a:p>
        </p:txBody>
      </p:sp>
      <p:sp>
        <p:nvSpPr>
          <p:cNvPr id="19" name="">
            <a:extLst xmlns:a="http://schemas.openxmlformats.org/drawingml/2006/main">
              <a:ext uri="{FF2B5EF4-FFF2-40B4-BE49-F238E27FC236}">
                <a16:creationId xmlns:a16="http://schemas.microsoft.com/office/drawing/2014/main" id="{9B399F28-E0EF-49A3-97E9-34EA3ED3EA32}"/>
              </a:ext>
            </a:extLst>
          </p:cNvPr>
          <p:cNvSpPr>
            <a:spLocks xmlns:a="http://schemas.openxmlformats.org/drawingml/2006/main" noGrp="1"/>
          </p:cNvSpPr>
          <p:nvPr/>
        </p:nvSpPr>
        <p:spPr>
          <a:xfrm xmlns:a="http://schemas.openxmlformats.org/drawingml/2006/main">
            <a:off x="5686425" y="3686175"/>
            <a:ext cx="1238250" cy="0"/>
          </a:xfrm>
          <a:prstGeom xmlns:a="http://schemas.openxmlformats.org/drawingml/2006/main" prst="line">
            <a:avLst/>
          </a:prstGeom>
          <a:noFill xmlns:a="http://schemas.openxmlformats.org/drawingml/2006/main"/>
          <a:ln xmlns:a="http://schemas.openxmlformats.org/drawingml/2006/main" w="38100">
            <a:solidFill>
              <a:srgbClr val="E3A64B"/>
            </a:solidFill>
            <a:prstDash val="solid"/>
          </a:ln>
        </p:spPr>
      </p:sp>
      <p:sp>
        <p:nvSpPr>
          <p:cNvPr id="20" name="">
            <a:extLst xmlns:a="http://schemas.openxmlformats.org/drawingml/2006/main">
              <a:ext uri="{FF2B5EF4-FFF2-40B4-BE49-F238E27FC236}">
                <a16:creationId xmlns:a16="http://schemas.microsoft.com/office/drawing/2014/main" id="{491D0369-A59C-4BB9-AF45-85DFCD977854}"/>
              </a:ext>
            </a:extLst>
          </p:cNvPr>
          <p:cNvSpPr>
            <a:spLocks xmlns:a="http://schemas.openxmlformats.org/drawingml/2006/main" noGrp="1"/>
          </p:cNvSpPr>
          <p:nvPr/>
        </p:nvSpPr>
        <p:spPr>
          <a:xfrm xmlns:a="http://schemas.openxmlformats.org/drawingml/2006/main">
            <a:off x="7905750" y="2571750"/>
            <a:ext cx="2857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750" b="1">
                <a:solidFill>
                  <a:srgbClr val="183D36"/>
                </a:solidFill>
                <a:latin typeface="Arial"/>
                <a:ea typeface="Arial"/>
                <a:cs typeface="Arial"/>
              </a:defRPr>
            </a:defPPr>
            <a:lvl1pPr algn="l">
              <a:defRPr sz="3750" b="1">
                <a:solidFill>
                  <a:srgbClr val="183D36"/>
                </a:solidFill>
                <a:latin typeface="Arial"/>
                <a:ea typeface="Arial"/>
                <a:cs typeface="Arial"/>
              </a:defRPr>
            </a:lvl1pPr>
            <a:lvl2pPr algn="l">
              <a:defRPr sz="3750" b="1">
                <a:solidFill>
                  <a:srgbClr val="183D36"/>
                </a:solidFill>
                <a:latin typeface="Arial"/>
                <a:ea typeface="Arial"/>
                <a:cs typeface="Arial"/>
              </a:defRPr>
            </a:lvl2pPr>
            <a:lvl3pPr algn="l">
              <a:defRPr sz="3750" b="1">
                <a:solidFill>
                  <a:srgbClr val="183D36"/>
                </a:solidFill>
                <a:latin typeface="Arial"/>
                <a:ea typeface="Arial"/>
                <a:cs typeface="Arial"/>
              </a:defRPr>
            </a:lvl3pPr>
            <a:lvl4pPr algn="l">
              <a:defRPr sz="3750" b="1">
                <a:solidFill>
                  <a:srgbClr val="183D36"/>
                </a:solidFill>
                <a:latin typeface="Arial"/>
                <a:ea typeface="Arial"/>
                <a:cs typeface="Arial"/>
              </a:defRPr>
            </a:lvl4pPr>
            <a:lvl5pPr algn="l">
              <a:defRPr sz="3750" b="1">
                <a:solidFill>
                  <a:srgbClr val="183D36"/>
                </a:solidFill>
                <a:latin typeface="Arial"/>
                <a:ea typeface="Arial"/>
                <a:cs typeface="Arial"/>
              </a:defRPr>
            </a:lvl5pPr>
            <a:lvl6pPr algn="l">
              <a:defRPr sz="3750" b="1">
                <a:solidFill>
                  <a:srgbClr val="183D36"/>
                </a:solidFill>
                <a:latin typeface="Arial"/>
                <a:ea typeface="Arial"/>
                <a:cs typeface="Arial"/>
              </a:defRPr>
            </a:lvl6pPr>
            <a:lvl7pPr algn="l">
              <a:defRPr sz="3750" b="1">
                <a:solidFill>
                  <a:srgbClr val="183D36"/>
                </a:solidFill>
                <a:latin typeface="Arial"/>
                <a:ea typeface="Arial"/>
                <a:cs typeface="Arial"/>
              </a:defRPr>
            </a:lvl7pPr>
            <a:lvl8pPr algn="l">
              <a:defRPr sz="3750" b="1">
                <a:solidFill>
                  <a:srgbClr val="183D36"/>
                </a:solidFill>
                <a:latin typeface="Arial"/>
                <a:ea typeface="Arial"/>
                <a:cs typeface="Arial"/>
              </a:defRPr>
            </a:lvl8pPr>
            <a:lvl9pPr algn="l">
              <a:defRPr sz="3750" b="1">
                <a:solidFill>
                  <a:srgbClr val="183D36"/>
                </a:solidFill>
                <a:latin typeface="Arial"/>
                <a:ea typeface="Arial"/>
                <a:cs typeface="Arial"/>
              </a:defRPr>
            </a:lvl9pPr>
          </a:lstStyle>
          <a:p xmlns:a="http://schemas.openxmlformats.org/drawingml/2006/main">
            <a:pPr algn="l">
              <a:defRPr sz="3750" b="1">
                <a:solidFill>
                  <a:srgbClr val="183D36"/>
                </a:solidFill>
                <a:latin typeface="Arial"/>
                <a:ea typeface="Arial"/>
                <a:cs typeface="Arial"/>
              </a:defRPr>
            </a:pPr>
            <a:r>
              <a:rPr sz="3750" b="1">
                <a:solidFill>
                  <a:srgbClr val="183D36"/>
                </a:solidFill>
                <a:latin typeface="Arial"/>
                <a:ea typeface="Arial"/>
                <a:cs typeface="Arial"/>
              </a:rPr>
              <a:t>10,40%</a:t>
            </a:r>
          </a:p>
        </p:txBody>
      </p:sp>
      <p:sp>
        <p:nvSpPr>
          <p:cNvPr id="21" name="">
            <a:extLst xmlns:a="http://schemas.openxmlformats.org/drawingml/2006/main">
              <a:ext uri="{FF2B5EF4-FFF2-40B4-BE49-F238E27FC236}">
                <a16:creationId xmlns:a16="http://schemas.microsoft.com/office/drawing/2014/main" id="{0B8B1470-CCEF-4DC0-813E-0DE3A3804E4A}"/>
              </a:ext>
            </a:extLst>
          </p:cNvPr>
          <p:cNvSpPr>
            <a:spLocks xmlns:a="http://schemas.openxmlformats.org/drawingml/2006/main" noGrp="1"/>
          </p:cNvSpPr>
          <p:nvPr/>
        </p:nvSpPr>
        <p:spPr>
          <a:xfrm xmlns:a="http://schemas.openxmlformats.org/drawingml/2006/main">
            <a:off x="7905750" y="3333750"/>
            <a:ext cx="3238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mua lại trong 180 ngày</a:t>
            </a:r>
          </a:p>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3.508 khách đủ theo dõi</a:t>
            </a:r>
          </a:p>
        </p:txBody>
      </p:sp>
      <p:sp>
        <p:nvSpPr>
          <p:cNvPr id="22" name="">
            <a:extLst xmlns:a="http://schemas.openxmlformats.org/drawingml/2006/main">
              <a:ext uri="{FF2B5EF4-FFF2-40B4-BE49-F238E27FC236}">
                <a16:creationId xmlns:a16="http://schemas.microsoft.com/office/drawing/2014/main" id="{9FE0DE1C-C7F6-4328-A3DD-A861875E396D}"/>
              </a:ext>
            </a:extLst>
          </p:cNvPr>
          <p:cNvSpPr>
            <a:spLocks xmlns:a="http://schemas.openxmlformats.org/drawingml/2006/main" noGrp="1"/>
          </p:cNvSpPr>
          <p:nvPr/>
        </p:nvSpPr>
        <p:spPr>
          <a:xfrm xmlns:a="http://schemas.openxmlformats.org/drawingml/2006/main">
            <a:off x="7905750" y="4524375"/>
            <a:ext cx="3333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993"/>
          </a:bodyPr>
          <a:lstStyle xmlns:a="http://schemas.openxmlformats.org/drawingml/2006/main">
            <a:defPPr algn="l">
              <a:defRPr sz="1650" b="1">
                <a:solidFill>
                  <a:srgbClr val="176B87"/>
                </a:solidFill>
                <a:latin typeface="Arial"/>
                <a:ea typeface="Arial"/>
                <a:cs typeface="Arial"/>
              </a:defRPr>
            </a:defPPr>
            <a:lvl1pPr algn="l">
              <a:defRPr sz="1650" b="1">
                <a:solidFill>
                  <a:srgbClr val="176B87"/>
                </a:solidFill>
                <a:latin typeface="Arial"/>
                <a:ea typeface="Arial"/>
                <a:cs typeface="Arial"/>
              </a:defRPr>
            </a:lvl1pPr>
            <a:lvl2pPr algn="l">
              <a:defRPr sz="1650" b="1">
                <a:solidFill>
                  <a:srgbClr val="176B87"/>
                </a:solidFill>
                <a:latin typeface="Arial"/>
                <a:ea typeface="Arial"/>
                <a:cs typeface="Arial"/>
              </a:defRPr>
            </a:lvl2pPr>
            <a:lvl3pPr algn="l">
              <a:defRPr sz="1650" b="1">
                <a:solidFill>
                  <a:srgbClr val="176B87"/>
                </a:solidFill>
                <a:latin typeface="Arial"/>
                <a:ea typeface="Arial"/>
                <a:cs typeface="Arial"/>
              </a:defRPr>
            </a:lvl3pPr>
            <a:lvl4pPr algn="l">
              <a:defRPr sz="1650" b="1">
                <a:solidFill>
                  <a:srgbClr val="176B87"/>
                </a:solidFill>
                <a:latin typeface="Arial"/>
                <a:ea typeface="Arial"/>
                <a:cs typeface="Arial"/>
              </a:defRPr>
            </a:lvl4pPr>
            <a:lvl5pPr algn="l">
              <a:defRPr sz="1650" b="1">
                <a:solidFill>
                  <a:srgbClr val="176B87"/>
                </a:solidFill>
                <a:latin typeface="Arial"/>
                <a:ea typeface="Arial"/>
                <a:cs typeface="Arial"/>
              </a:defRPr>
            </a:lvl5pPr>
            <a:lvl6pPr algn="l">
              <a:defRPr sz="1650" b="1">
                <a:solidFill>
                  <a:srgbClr val="176B87"/>
                </a:solidFill>
                <a:latin typeface="Arial"/>
                <a:ea typeface="Arial"/>
                <a:cs typeface="Arial"/>
              </a:defRPr>
            </a:lvl6pPr>
            <a:lvl7pPr algn="l">
              <a:defRPr sz="1650" b="1">
                <a:solidFill>
                  <a:srgbClr val="176B87"/>
                </a:solidFill>
                <a:latin typeface="Arial"/>
                <a:ea typeface="Arial"/>
                <a:cs typeface="Arial"/>
              </a:defRPr>
            </a:lvl7pPr>
            <a:lvl8pPr algn="l">
              <a:defRPr sz="1650" b="1">
                <a:solidFill>
                  <a:srgbClr val="176B87"/>
                </a:solidFill>
                <a:latin typeface="Arial"/>
                <a:ea typeface="Arial"/>
                <a:cs typeface="Arial"/>
              </a:defRPr>
            </a:lvl8pPr>
            <a:lvl9pPr algn="l">
              <a:defRPr sz="1650" b="1">
                <a:solidFill>
                  <a:srgbClr val="176B87"/>
                </a:solidFill>
                <a:latin typeface="Arial"/>
                <a:ea typeface="Arial"/>
                <a:cs typeface="Arial"/>
              </a:defRPr>
            </a:lvl9pPr>
          </a:lstStyle>
          <a:p xmlns:a="http://schemas.openxmlformats.org/drawingml/2006/main">
            <a:pPr algn="l">
              <a:defRPr sz="1650" b="1">
                <a:solidFill>
                  <a:srgbClr val="176B87"/>
                </a:solidFill>
                <a:latin typeface="Arial"/>
                <a:ea typeface="Arial"/>
                <a:cs typeface="Arial"/>
              </a:defRPr>
            </a:pPr>
            <a:r>
              <a:rPr sz="1650" b="1">
                <a:solidFill>
                  <a:srgbClr val="176B87"/>
                </a:solidFill>
                <a:latin typeface="Arial"/>
                <a:ea typeface="Arial"/>
                <a:cs typeface="Arial"/>
              </a:rPr>
              <a:t>CLV mô tả 180 ngày: 512.934₫/khách</a:t>
            </a:r>
          </a:p>
          <a:p xmlns:a="http://schemas.openxmlformats.org/drawingml/2006/main">
            <a:pPr algn="l">
              <a:defRPr sz="1650" b="1">
                <a:solidFill>
                  <a:srgbClr val="176B87"/>
                </a:solidFill>
                <a:latin typeface="Arial"/>
                <a:ea typeface="Arial"/>
                <a:cs typeface="Arial"/>
              </a:defRPr>
            </a:pPr>
            <a:r>
              <a:rPr sz="1650" b="1">
                <a:solidFill>
                  <a:srgbClr val="176B87"/>
                </a:solidFill>
                <a:latin typeface="Arial"/>
                <a:ea typeface="Arial"/>
                <a:cs typeface="Arial"/>
              </a:rPr>
              <a:t>Không phải dự báo hoặc lợi nhuận.</a:t>
            </a:r>
          </a:p>
        </p:txBody>
      </p:sp>
    </p:spTree>
    <p:extLst>
      <p:ext uri="{BB962C8B-B14F-4D97-AF65-F5344CB8AC3E}">
        <p14:creationId xmlns:p14="http://schemas.microsoft.com/office/powerpoint/2010/main" val="1074778104"/>
      </p:ext>
    </p:extLst>
  </p:cSld>
</p:sld>
</file>

<file path=ppt/slides/slide7.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EF4FF51-A922-47C8-9B7F-BA8DF46D74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4798EF87-2243-4E98-B2D9-60A18EEF50AA}"/>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PHÂN KHÚC</a:t>
            </a:r>
          </a:p>
        </p:txBody>
      </p:sp>
      <p:sp>
        <p:nvSpPr>
          <p:cNvPr id="3" name="">
            <a:extLst xmlns:a="http://schemas.openxmlformats.org/drawingml/2006/main">
              <a:ext uri="{FF2B5EF4-FFF2-40B4-BE49-F238E27FC236}">
                <a16:creationId xmlns:a16="http://schemas.microsoft.com/office/drawing/2014/main" id="{FBA6C350-C567-4D12-B7B1-4B827C4CB186}"/>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K=2 mô tả tần suất, chưa xác nhận hành động</a:t>
            </a:r>
          </a:p>
        </p:txBody>
      </p:sp>
      <p:sp>
        <p:nvSpPr>
          <p:cNvPr id="4" name="">
            <a:extLst xmlns:a="http://schemas.openxmlformats.org/drawingml/2006/main">
              <a:ext uri="{FF2B5EF4-FFF2-40B4-BE49-F238E27FC236}">
                <a16:creationId xmlns:a16="http://schemas.microsoft.com/office/drawing/2014/main" id="{F094F969-A556-4D5E-B19B-CD366E03A2F1}"/>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BD75794E-3813-47FC-8269-35DEA58383AF}"/>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C074BE3E-2EC1-4E39-AD75-E3D2ED73CC34}"/>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07</a:t>
            </a:r>
          </a:p>
        </p:txBody>
      </p:sp>
      <p:sp>
        <p:nvSpPr>
          <p:cNvPr id="7" name="">
            <a:extLst xmlns:a="http://schemas.openxmlformats.org/drawingml/2006/main">
              <a:ext uri="{FF2B5EF4-FFF2-40B4-BE49-F238E27FC236}">
                <a16:creationId xmlns:a16="http://schemas.microsoft.com/office/drawing/2014/main" id="{F50E286A-0E7E-454F-9900-4EA0279D5337}"/>
              </a:ext>
            </a:extLst>
          </p:cNvPr>
          <p:cNvSpPr>
            <a:spLocks xmlns:a="http://schemas.openxmlformats.org/drawingml/2006/main" noGrp="1"/>
          </p:cNvSpPr>
          <p:nvPr/>
        </p:nvSpPr>
        <p:spPr>
          <a:xfrm xmlns:a="http://schemas.openxmlformats.org/drawingml/2006/main">
            <a:off x="904875" y="2190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183D36"/>
                </a:solidFill>
                <a:latin typeface="Arial"/>
                <a:ea typeface="Arial"/>
                <a:cs typeface="Arial"/>
              </a:defRPr>
            </a:defPPr>
            <a:lvl1pPr algn="l">
              <a:defRPr sz="3450" b="1">
                <a:solidFill>
                  <a:srgbClr val="183D36"/>
                </a:solidFill>
                <a:latin typeface="Arial"/>
                <a:ea typeface="Arial"/>
                <a:cs typeface="Arial"/>
              </a:defRPr>
            </a:lvl1pPr>
            <a:lvl2pPr algn="l">
              <a:defRPr sz="3450" b="1">
                <a:solidFill>
                  <a:srgbClr val="183D36"/>
                </a:solidFill>
                <a:latin typeface="Arial"/>
                <a:ea typeface="Arial"/>
                <a:cs typeface="Arial"/>
              </a:defRPr>
            </a:lvl2pPr>
            <a:lvl3pPr algn="l">
              <a:defRPr sz="3450" b="1">
                <a:solidFill>
                  <a:srgbClr val="183D36"/>
                </a:solidFill>
                <a:latin typeface="Arial"/>
                <a:ea typeface="Arial"/>
                <a:cs typeface="Arial"/>
              </a:defRPr>
            </a:lvl3pPr>
            <a:lvl4pPr algn="l">
              <a:defRPr sz="3450" b="1">
                <a:solidFill>
                  <a:srgbClr val="183D36"/>
                </a:solidFill>
                <a:latin typeface="Arial"/>
                <a:ea typeface="Arial"/>
                <a:cs typeface="Arial"/>
              </a:defRPr>
            </a:lvl4pPr>
            <a:lvl5pPr algn="l">
              <a:defRPr sz="3450" b="1">
                <a:solidFill>
                  <a:srgbClr val="183D36"/>
                </a:solidFill>
                <a:latin typeface="Arial"/>
                <a:ea typeface="Arial"/>
                <a:cs typeface="Arial"/>
              </a:defRPr>
            </a:lvl5pPr>
            <a:lvl6pPr algn="l">
              <a:defRPr sz="3450" b="1">
                <a:solidFill>
                  <a:srgbClr val="183D36"/>
                </a:solidFill>
                <a:latin typeface="Arial"/>
                <a:ea typeface="Arial"/>
                <a:cs typeface="Arial"/>
              </a:defRPr>
            </a:lvl6pPr>
            <a:lvl7pPr algn="l">
              <a:defRPr sz="3450" b="1">
                <a:solidFill>
                  <a:srgbClr val="183D36"/>
                </a:solidFill>
                <a:latin typeface="Arial"/>
                <a:ea typeface="Arial"/>
                <a:cs typeface="Arial"/>
              </a:defRPr>
            </a:lvl7pPr>
            <a:lvl8pPr algn="l">
              <a:defRPr sz="3450" b="1">
                <a:solidFill>
                  <a:srgbClr val="183D36"/>
                </a:solidFill>
                <a:latin typeface="Arial"/>
                <a:ea typeface="Arial"/>
                <a:cs typeface="Arial"/>
              </a:defRPr>
            </a:lvl8pPr>
            <a:lvl9pPr algn="l">
              <a:defRPr sz="3450" b="1">
                <a:solidFill>
                  <a:srgbClr val="183D36"/>
                </a:solidFill>
                <a:latin typeface="Arial"/>
                <a:ea typeface="Arial"/>
                <a:cs typeface="Arial"/>
              </a:defRPr>
            </a:lvl9pPr>
          </a:lstStyle>
          <a:p xmlns:a="http://schemas.openxmlformats.org/drawingml/2006/main">
            <a:pPr algn="l">
              <a:defRPr sz="3450" b="1">
                <a:solidFill>
                  <a:srgbClr val="183D36"/>
                </a:solidFill>
                <a:latin typeface="Arial"/>
                <a:ea typeface="Arial"/>
                <a:cs typeface="Arial"/>
              </a:defRPr>
            </a:pPr>
            <a:r>
              <a:rPr sz="3450" b="1">
                <a:solidFill>
                  <a:srgbClr val="183D36"/>
                </a:solidFill>
                <a:latin typeface="Arial"/>
                <a:ea typeface="Arial"/>
                <a:cs typeface="Arial"/>
              </a:rPr>
              <a:t>RFM</a:t>
            </a:r>
          </a:p>
        </p:txBody>
      </p:sp>
      <p:sp>
        <p:nvSpPr>
          <p:cNvPr id="8" name="">
            <a:extLst xmlns:a="http://schemas.openxmlformats.org/drawingml/2006/main">
              <a:ext uri="{FF2B5EF4-FFF2-40B4-BE49-F238E27FC236}">
                <a16:creationId xmlns:a16="http://schemas.microsoft.com/office/drawing/2014/main" id="{9573557D-FCB3-4A98-9DA7-689C7D57EC95}"/>
              </a:ext>
            </a:extLst>
          </p:cNvPr>
          <p:cNvSpPr>
            <a:spLocks xmlns:a="http://schemas.openxmlformats.org/drawingml/2006/main" noGrp="1"/>
          </p:cNvSpPr>
          <p:nvPr/>
        </p:nvSpPr>
        <p:spPr>
          <a:xfrm xmlns:a="http://schemas.openxmlformats.org/drawingml/2006/main">
            <a:off x="904875" y="28765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61736D"/>
                </a:solidFill>
                <a:latin typeface="Arial"/>
                <a:ea typeface="Arial"/>
                <a:cs typeface="Arial"/>
              </a:defRPr>
            </a:defPPr>
            <a:lvl1pPr algn="l">
              <a:defRPr sz="1725" b="0">
                <a:solidFill>
                  <a:srgbClr val="61736D"/>
                </a:solidFill>
                <a:latin typeface="Arial"/>
                <a:ea typeface="Arial"/>
                <a:cs typeface="Arial"/>
              </a:defRPr>
            </a:lvl1pPr>
            <a:lvl2pPr algn="l">
              <a:defRPr sz="1725" b="0">
                <a:solidFill>
                  <a:srgbClr val="61736D"/>
                </a:solidFill>
                <a:latin typeface="Arial"/>
                <a:ea typeface="Arial"/>
                <a:cs typeface="Arial"/>
              </a:defRPr>
            </a:lvl2pPr>
            <a:lvl3pPr algn="l">
              <a:defRPr sz="1725" b="0">
                <a:solidFill>
                  <a:srgbClr val="61736D"/>
                </a:solidFill>
                <a:latin typeface="Arial"/>
                <a:ea typeface="Arial"/>
                <a:cs typeface="Arial"/>
              </a:defRPr>
            </a:lvl3pPr>
            <a:lvl4pPr algn="l">
              <a:defRPr sz="1725" b="0">
                <a:solidFill>
                  <a:srgbClr val="61736D"/>
                </a:solidFill>
                <a:latin typeface="Arial"/>
                <a:ea typeface="Arial"/>
                <a:cs typeface="Arial"/>
              </a:defRPr>
            </a:lvl4pPr>
            <a:lvl5pPr algn="l">
              <a:defRPr sz="1725" b="0">
                <a:solidFill>
                  <a:srgbClr val="61736D"/>
                </a:solidFill>
                <a:latin typeface="Arial"/>
                <a:ea typeface="Arial"/>
                <a:cs typeface="Arial"/>
              </a:defRPr>
            </a:lvl5pPr>
            <a:lvl6pPr algn="l">
              <a:defRPr sz="1725" b="0">
                <a:solidFill>
                  <a:srgbClr val="61736D"/>
                </a:solidFill>
                <a:latin typeface="Arial"/>
                <a:ea typeface="Arial"/>
                <a:cs typeface="Arial"/>
              </a:defRPr>
            </a:lvl6pPr>
            <a:lvl7pPr algn="l">
              <a:defRPr sz="1725" b="0">
                <a:solidFill>
                  <a:srgbClr val="61736D"/>
                </a:solidFill>
                <a:latin typeface="Arial"/>
                <a:ea typeface="Arial"/>
                <a:cs typeface="Arial"/>
              </a:defRPr>
            </a:lvl7pPr>
            <a:lvl8pPr algn="l">
              <a:defRPr sz="1725" b="0">
                <a:solidFill>
                  <a:srgbClr val="61736D"/>
                </a:solidFill>
                <a:latin typeface="Arial"/>
                <a:ea typeface="Arial"/>
                <a:cs typeface="Arial"/>
              </a:defRPr>
            </a:lvl8pPr>
            <a:lvl9pPr algn="l">
              <a:defRPr sz="1725" b="0">
                <a:solidFill>
                  <a:srgbClr val="61736D"/>
                </a:solidFill>
                <a:latin typeface="Arial"/>
                <a:ea typeface="Arial"/>
                <a:cs typeface="Arial"/>
              </a:defRPr>
            </a:lvl9pPr>
          </a:lstStyle>
          <a:p xmlns:a="http://schemas.openxmlformats.org/drawingml/2006/main">
            <a:pPr algn="l">
              <a:defRPr sz="1725" b="0">
                <a:solidFill>
                  <a:srgbClr val="61736D"/>
                </a:solidFill>
                <a:latin typeface="Arial"/>
                <a:ea typeface="Arial"/>
                <a:cs typeface="Arial"/>
              </a:defRPr>
            </a:pPr>
            <a:r>
              <a:rPr sz="1725" b="0">
                <a:solidFill>
                  <a:srgbClr val="61736D"/>
                </a:solidFill>
                <a:latin typeface="Arial"/>
                <a:ea typeface="Arial"/>
                <a:cs typeface="Arial"/>
              </a:rPr>
              <a:t>Recency  ·  Frequency  ·  Monetary</a:t>
            </a:r>
          </a:p>
        </p:txBody>
      </p:sp>
      <p:sp>
        <p:nvSpPr>
          <p:cNvPr id="9" name="">
            <a:extLst xmlns:a="http://schemas.openxmlformats.org/drawingml/2006/main">
              <a:ext uri="{FF2B5EF4-FFF2-40B4-BE49-F238E27FC236}">
                <a16:creationId xmlns:a16="http://schemas.microsoft.com/office/drawing/2014/main" id="{7F3716EF-576F-4208-866B-9DE661F9AD3C}"/>
              </a:ext>
            </a:extLst>
          </p:cNvPr>
          <p:cNvSpPr>
            <a:spLocks xmlns:a="http://schemas.openxmlformats.org/drawingml/2006/main" noGrp="1"/>
          </p:cNvSpPr>
          <p:nvPr/>
        </p:nvSpPr>
        <p:spPr>
          <a:xfrm xmlns:a="http://schemas.openxmlformats.org/drawingml/2006/main">
            <a:off x="904875" y="3524250"/>
            <a:ext cx="5191125"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0" name="">
            <a:extLst xmlns:a="http://schemas.openxmlformats.org/drawingml/2006/main">
              <a:ext uri="{FF2B5EF4-FFF2-40B4-BE49-F238E27FC236}">
                <a16:creationId xmlns:a16="http://schemas.microsoft.com/office/drawing/2014/main" id="{B9454CC6-C498-4633-901F-4623A3203E61}"/>
              </a:ext>
            </a:extLst>
          </p:cNvPr>
          <p:cNvSpPr>
            <a:spLocks xmlns:a="http://schemas.openxmlformats.org/drawingml/2006/main" noGrp="1"/>
          </p:cNvSpPr>
          <p:nvPr/>
        </p:nvSpPr>
        <p:spPr>
          <a:xfrm xmlns:a="http://schemas.openxmlformats.org/drawingml/2006/main">
            <a:off x="904875" y="3867150"/>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400" b="1">
                <a:solidFill>
                  <a:srgbClr val="176B87"/>
                </a:solidFill>
                <a:latin typeface="Arial"/>
                <a:ea typeface="Arial"/>
                <a:cs typeface="Arial"/>
              </a:defRPr>
            </a:defPPr>
            <a:lvl1pPr algn="l">
              <a:defRPr sz="2400" b="1">
                <a:solidFill>
                  <a:srgbClr val="176B87"/>
                </a:solidFill>
                <a:latin typeface="Arial"/>
                <a:ea typeface="Arial"/>
                <a:cs typeface="Arial"/>
              </a:defRPr>
            </a:lvl1pPr>
            <a:lvl2pPr algn="l">
              <a:defRPr sz="2400" b="1">
                <a:solidFill>
                  <a:srgbClr val="176B87"/>
                </a:solidFill>
                <a:latin typeface="Arial"/>
                <a:ea typeface="Arial"/>
                <a:cs typeface="Arial"/>
              </a:defRPr>
            </a:lvl2pPr>
            <a:lvl3pPr algn="l">
              <a:defRPr sz="2400" b="1">
                <a:solidFill>
                  <a:srgbClr val="176B87"/>
                </a:solidFill>
                <a:latin typeface="Arial"/>
                <a:ea typeface="Arial"/>
                <a:cs typeface="Arial"/>
              </a:defRPr>
            </a:lvl3pPr>
            <a:lvl4pPr algn="l">
              <a:defRPr sz="2400" b="1">
                <a:solidFill>
                  <a:srgbClr val="176B87"/>
                </a:solidFill>
                <a:latin typeface="Arial"/>
                <a:ea typeface="Arial"/>
                <a:cs typeface="Arial"/>
              </a:defRPr>
            </a:lvl4pPr>
            <a:lvl5pPr algn="l">
              <a:defRPr sz="2400" b="1">
                <a:solidFill>
                  <a:srgbClr val="176B87"/>
                </a:solidFill>
                <a:latin typeface="Arial"/>
                <a:ea typeface="Arial"/>
                <a:cs typeface="Arial"/>
              </a:defRPr>
            </a:lvl5pPr>
            <a:lvl6pPr algn="l">
              <a:defRPr sz="2400" b="1">
                <a:solidFill>
                  <a:srgbClr val="176B87"/>
                </a:solidFill>
                <a:latin typeface="Arial"/>
                <a:ea typeface="Arial"/>
                <a:cs typeface="Arial"/>
              </a:defRPr>
            </a:lvl6pPr>
            <a:lvl7pPr algn="l">
              <a:defRPr sz="2400" b="1">
                <a:solidFill>
                  <a:srgbClr val="176B87"/>
                </a:solidFill>
                <a:latin typeface="Arial"/>
                <a:ea typeface="Arial"/>
                <a:cs typeface="Arial"/>
              </a:defRPr>
            </a:lvl7pPr>
            <a:lvl8pPr algn="l">
              <a:defRPr sz="2400" b="1">
                <a:solidFill>
                  <a:srgbClr val="176B87"/>
                </a:solidFill>
                <a:latin typeface="Arial"/>
                <a:ea typeface="Arial"/>
                <a:cs typeface="Arial"/>
              </a:defRPr>
            </a:lvl8pPr>
            <a:lvl9pPr algn="l">
              <a:defRPr sz="2400" b="1">
                <a:solidFill>
                  <a:srgbClr val="176B87"/>
                </a:solidFill>
                <a:latin typeface="Arial"/>
                <a:ea typeface="Arial"/>
                <a:cs typeface="Arial"/>
              </a:defRPr>
            </a:lvl9pPr>
          </a:lstStyle>
          <a:p xmlns:a="http://schemas.openxmlformats.org/drawingml/2006/main">
            <a:pPr algn="l">
              <a:defRPr sz="2400" b="1">
                <a:solidFill>
                  <a:srgbClr val="176B87"/>
                </a:solidFill>
                <a:latin typeface="Arial"/>
                <a:ea typeface="Arial"/>
                <a:cs typeface="Arial"/>
              </a:defRPr>
            </a:pPr>
            <a:r>
              <a:rPr sz="2400" b="1">
                <a:solidFill>
                  <a:srgbClr val="176B87"/>
                </a:solidFill>
                <a:latin typeface="Arial"/>
                <a:ea typeface="Arial"/>
                <a:cs typeface="Arial"/>
              </a:rPr>
              <a:t>K-Means</a:t>
            </a:r>
          </a:p>
        </p:txBody>
      </p:sp>
      <p:sp>
        <p:nvSpPr>
          <p:cNvPr id="11" name="">
            <a:extLst xmlns:a="http://schemas.openxmlformats.org/drawingml/2006/main">
              <a:ext uri="{FF2B5EF4-FFF2-40B4-BE49-F238E27FC236}">
                <a16:creationId xmlns:a16="http://schemas.microsoft.com/office/drawing/2014/main" id="{FCCE5293-1897-42A4-8D3F-6D7F7F99D928}"/>
              </a:ext>
            </a:extLst>
          </p:cNvPr>
          <p:cNvSpPr>
            <a:spLocks xmlns:a="http://schemas.openxmlformats.org/drawingml/2006/main" noGrp="1"/>
          </p:cNvSpPr>
          <p:nvPr/>
        </p:nvSpPr>
        <p:spPr>
          <a:xfrm xmlns:a="http://schemas.openxmlformats.org/drawingml/2006/main">
            <a:off x="904875" y="44196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K=2  |  silhouette 0,508</a:t>
            </a:r>
          </a:p>
        </p:txBody>
      </p:sp>
      <p:sp>
        <p:nvSpPr>
          <p:cNvPr id="12" name="">
            <a:extLst xmlns:a="http://schemas.openxmlformats.org/drawingml/2006/main">
              <a:ext uri="{FF2B5EF4-FFF2-40B4-BE49-F238E27FC236}">
                <a16:creationId xmlns:a16="http://schemas.microsoft.com/office/drawing/2014/main" id="{F7E66122-5D65-4BF2-97DF-5617DA598894}"/>
              </a:ext>
            </a:extLst>
          </p:cNvPr>
          <p:cNvSpPr>
            <a:spLocks xmlns:a="http://schemas.openxmlformats.org/drawingml/2006/main" noGrp="1"/>
          </p:cNvSpPr>
          <p:nvPr/>
        </p:nvSpPr>
        <p:spPr>
          <a:xfrm xmlns:a="http://schemas.openxmlformats.org/drawingml/2006/main">
            <a:off x="6858000" y="2238375"/>
            <a:ext cx="4095750" cy="1200150"/>
          </a:xfrm>
          <a:prstGeom xmlns:a="http://schemas.openxmlformats.org/drawingml/2006/main" prst="rect">
            <a:avLst/>
          </a:prstGeom>
          <a:solidFill xmlns:a="http://schemas.openxmlformats.org/drawingml/2006/main">
            <a:srgbClr val="E7F0EC"/>
          </a:solidFill>
          <a:ln xmlns:a="http://schemas.openxmlformats.org/drawingml/2006/main" w="9525">
            <a:solidFill>
              <a:srgbClr val="CAD8D2"/>
            </a:solidFill>
            <a:prstDash val="solid"/>
          </a:ln>
        </p:spPr>
      </p:sp>
      <p:sp>
        <p:nvSpPr>
          <p:cNvPr id="13" name="">
            <a:extLst xmlns:a="http://schemas.openxmlformats.org/drawingml/2006/main">
              <a:ext uri="{FF2B5EF4-FFF2-40B4-BE49-F238E27FC236}">
                <a16:creationId xmlns:a16="http://schemas.microsoft.com/office/drawing/2014/main" id="{FCC92291-0BF5-4B52-A52A-AB9A076A169D}"/>
              </a:ext>
            </a:extLst>
          </p:cNvPr>
          <p:cNvSpPr>
            <a:spLocks xmlns:a="http://schemas.openxmlformats.org/drawingml/2006/main" noGrp="1"/>
          </p:cNvSpPr>
          <p:nvPr/>
        </p:nvSpPr>
        <p:spPr>
          <a:xfrm xmlns:a="http://schemas.openxmlformats.org/drawingml/2006/main">
            <a:off x="7143750" y="2457450"/>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225" b="1">
                <a:solidFill>
                  <a:srgbClr val="183D36"/>
                </a:solidFill>
                <a:latin typeface="Arial"/>
                <a:ea typeface="Arial"/>
                <a:cs typeface="Arial"/>
              </a:defRPr>
            </a:defPPr>
            <a:lvl1pPr algn="l">
              <a:defRPr sz="3225" b="1">
                <a:solidFill>
                  <a:srgbClr val="183D36"/>
                </a:solidFill>
                <a:latin typeface="Arial"/>
                <a:ea typeface="Arial"/>
                <a:cs typeface="Arial"/>
              </a:defRPr>
            </a:lvl1pPr>
            <a:lvl2pPr algn="l">
              <a:defRPr sz="3225" b="1">
                <a:solidFill>
                  <a:srgbClr val="183D36"/>
                </a:solidFill>
                <a:latin typeface="Arial"/>
                <a:ea typeface="Arial"/>
                <a:cs typeface="Arial"/>
              </a:defRPr>
            </a:lvl2pPr>
            <a:lvl3pPr algn="l">
              <a:defRPr sz="3225" b="1">
                <a:solidFill>
                  <a:srgbClr val="183D36"/>
                </a:solidFill>
                <a:latin typeface="Arial"/>
                <a:ea typeface="Arial"/>
                <a:cs typeface="Arial"/>
              </a:defRPr>
            </a:lvl3pPr>
            <a:lvl4pPr algn="l">
              <a:defRPr sz="3225" b="1">
                <a:solidFill>
                  <a:srgbClr val="183D36"/>
                </a:solidFill>
                <a:latin typeface="Arial"/>
                <a:ea typeface="Arial"/>
                <a:cs typeface="Arial"/>
              </a:defRPr>
            </a:lvl4pPr>
            <a:lvl5pPr algn="l">
              <a:defRPr sz="3225" b="1">
                <a:solidFill>
                  <a:srgbClr val="183D36"/>
                </a:solidFill>
                <a:latin typeface="Arial"/>
                <a:ea typeface="Arial"/>
                <a:cs typeface="Arial"/>
              </a:defRPr>
            </a:lvl5pPr>
            <a:lvl6pPr algn="l">
              <a:defRPr sz="3225" b="1">
                <a:solidFill>
                  <a:srgbClr val="183D36"/>
                </a:solidFill>
                <a:latin typeface="Arial"/>
                <a:ea typeface="Arial"/>
                <a:cs typeface="Arial"/>
              </a:defRPr>
            </a:lvl6pPr>
            <a:lvl7pPr algn="l">
              <a:defRPr sz="3225" b="1">
                <a:solidFill>
                  <a:srgbClr val="183D36"/>
                </a:solidFill>
                <a:latin typeface="Arial"/>
                <a:ea typeface="Arial"/>
                <a:cs typeface="Arial"/>
              </a:defRPr>
            </a:lvl7pPr>
            <a:lvl8pPr algn="l">
              <a:defRPr sz="3225" b="1">
                <a:solidFill>
                  <a:srgbClr val="183D36"/>
                </a:solidFill>
                <a:latin typeface="Arial"/>
                <a:ea typeface="Arial"/>
                <a:cs typeface="Arial"/>
              </a:defRPr>
            </a:lvl8pPr>
            <a:lvl9pPr algn="l">
              <a:defRPr sz="3225" b="1">
                <a:solidFill>
                  <a:srgbClr val="183D36"/>
                </a:solidFill>
                <a:latin typeface="Arial"/>
                <a:ea typeface="Arial"/>
                <a:cs typeface="Arial"/>
              </a:defRPr>
            </a:lvl9pPr>
          </a:lstStyle>
          <a:p xmlns:a="http://schemas.openxmlformats.org/drawingml/2006/main">
            <a:pPr algn="l">
              <a:defRPr sz="3225" b="1">
                <a:solidFill>
                  <a:srgbClr val="183D36"/>
                </a:solidFill>
                <a:latin typeface="Arial"/>
                <a:ea typeface="Arial"/>
                <a:cs typeface="Arial"/>
              </a:defRPr>
            </a:pPr>
            <a:r>
              <a:rPr sz="3225" b="1">
                <a:solidFill>
                  <a:srgbClr val="183D36"/>
                </a:solidFill>
                <a:latin typeface="Arial"/>
                <a:ea typeface="Arial"/>
                <a:cs typeface="Arial"/>
              </a:rPr>
              <a:t>87,5%</a:t>
            </a:r>
          </a:p>
        </p:txBody>
      </p:sp>
      <p:sp>
        <p:nvSpPr>
          <p:cNvPr id="14" name="">
            <a:extLst xmlns:a="http://schemas.openxmlformats.org/drawingml/2006/main">
              <a:ext uri="{FF2B5EF4-FFF2-40B4-BE49-F238E27FC236}">
                <a16:creationId xmlns:a16="http://schemas.microsoft.com/office/drawing/2014/main" id="{F72880C2-6AB6-4280-90FD-0C1A75700558}"/>
              </a:ext>
            </a:extLst>
          </p:cNvPr>
          <p:cNvSpPr>
            <a:spLocks xmlns:a="http://schemas.openxmlformats.org/drawingml/2006/main" noGrp="1"/>
          </p:cNvSpPr>
          <p:nvPr/>
        </p:nvSpPr>
        <p:spPr>
          <a:xfrm xmlns:a="http://schemas.openxmlformats.org/drawingml/2006/main">
            <a:off x="8858250" y="2428875"/>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4.526 / 5.174 khách DEV</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mua một lần</a:t>
            </a:r>
          </a:p>
        </p:txBody>
      </p:sp>
      <p:sp>
        <p:nvSpPr>
          <p:cNvPr id="15" name="">
            <a:extLst xmlns:a="http://schemas.openxmlformats.org/drawingml/2006/main">
              <a:ext uri="{FF2B5EF4-FFF2-40B4-BE49-F238E27FC236}">
                <a16:creationId xmlns:a16="http://schemas.microsoft.com/office/drawing/2014/main" id="{E84AD4E3-28F6-4984-91AD-3A9EC0F85FB4}"/>
              </a:ext>
            </a:extLst>
          </p:cNvPr>
          <p:cNvSpPr>
            <a:spLocks xmlns:a="http://schemas.openxmlformats.org/drawingml/2006/main" noGrp="1"/>
          </p:cNvSpPr>
          <p:nvPr/>
        </p:nvSpPr>
        <p:spPr>
          <a:xfrm xmlns:a="http://schemas.openxmlformats.org/drawingml/2006/main">
            <a:off x="6858000" y="3714750"/>
            <a:ext cx="4095750" cy="1200150"/>
          </a:xfrm>
          <a:prstGeom xmlns:a="http://schemas.openxmlformats.org/drawingml/2006/main" prst="rect">
            <a:avLst/>
          </a:prstGeom>
          <a:solidFill xmlns:a="http://schemas.openxmlformats.org/drawingml/2006/main">
            <a:srgbClr val="E5EEF2"/>
          </a:solidFill>
          <a:ln xmlns:a="http://schemas.openxmlformats.org/drawingml/2006/main" w="9525">
            <a:solidFill>
              <a:srgbClr val="CAD8D2"/>
            </a:solidFill>
            <a:prstDash val="solid"/>
          </a:ln>
        </p:spPr>
      </p:sp>
      <p:sp>
        <p:nvSpPr>
          <p:cNvPr id="16" name="">
            <a:extLst xmlns:a="http://schemas.openxmlformats.org/drawingml/2006/main">
              <a:ext uri="{FF2B5EF4-FFF2-40B4-BE49-F238E27FC236}">
                <a16:creationId xmlns:a16="http://schemas.microsoft.com/office/drawing/2014/main" id="{FC0E43A3-312D-46CA-B7F8-FE5F8673613D}"/>
              </a:ext>
            </a:extLst>
          </p:cNvPr>
          <p:cNvSpPr>
            <a:spLocks xmlns:a="http://schemas.openxmlformats.org/drawingml/2006/main" noGrp="1"/>
          </p:cNvSpPr>
          <p:nvPr/>
        </p:nvSpPr>
        <p:spPr>
          <a:xfrm xmlns:a="http://schemas.openxmlformats.org/drawingml/2006/main">
            <a:off x="7143750" y="3933825"/>
            <a:ext cx="171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225" b="1">
                <a:solidFill>
                  <a:srgbClr val="176B87"/>
                </a:solidFill>
                <a:latin typeface="Arial"/>
                <a:ea typeface="Arial"/>
                <a:cs typeface="Arial"/>
              </a:defRPr>
            </a:defPPr>
            <a:lvl1pPr algn="l">
              <a:defRPr sz="3225" b="1">
                <a:solidFill>
                  <a:srgbClr val="176B87"/>
                </a:solidFill>
                <a:latin typeface="Arial"/>
                <a:ea typeface="Arial"/>
                <a:cs typeface="Arial"/>
              </a:defRPr>
            </a:lvl1pPr>
            <a:lvl2pPr algn="l">
              <a:defRPr sz="3225" b="1">
                <a:solidFill>
                  <a:srgbClr val="176B87"/>
                </a:solidFill>
                <a:latin typeface="Arial"/>
                <a:ea typeface="Arial"/>
                <a:cs typeface="Arial"/>
              </a:defRPr>
            </a:lvl2pPr>
            <a:lvl3pPr algn="l">
              <a:defRPr sz="3225" b="1">
                <a:solidFill>
                  <a:srgbClr val="176B87"/>
                </a:solidFill>
                <a:latin typeface="Arial"/>
                <a:ea typeface="Arial"/>
                <a:cs typeface="Arial"/>
              </a:defRPr>
            </a:lvl3pPr>
            <a:lvl4pPr algn="l">
              <a:defRPr sz="3225" b="1">
                <a:solidFill>
                  <a:srgbClr val="176B87"/>
                </a:solidFill>
                <a:latin typeface="Arial"/>
                <a:ea typeface="Arial"/>
                <a:cs typeface="Arial"/>
              </a:defRPr>
            </a:lvl4pPr>
            <a:lvl5pPr algn="l">
              <a:defRPr sz="3225" b="1">
                <a:solidFill>
                  <a:srgbClr val="176B87"/>
                </a:solidFill>
                <a:latin typeface="Arial"/>
                <a:ea typeface="Arial"/>
                <a:cs typeface="Arial"/>
              </a:defRPr>
            </a:lvl5pPr>
            <a:lvl6pPr algn="l">
              <a:defRPr sz="3225" b="1">
                <a:solidFill>
                  <a:srgbClr val="176B87"/>
                </a:solidFill>
                <a:latin typeface="Arial"/>
                <a:ea typeface="Arial"/>
                <a:cs typeface="Arial"/>
              </a:defRPr>
            </a:lvl6pPr>
            <a:lvl7pPr algn="l">
              <a:defRPr sz="3225" b="1">
                <a:solidFill>
                  <a:srgbClr val="176B87"/>
                </a:solidFill>
                <a:latin typeface="Arial"/>
                <a:ea typeface="Arial"/>
                <a:cs typeface="Arial"/>
              </a:defRPr>
            </a:lvl7pPr>
            <a:lvl8pPr algn="l">
              <a:defRPr sz="3225" b="1">
                <a:solidFill>
                  <a:srgbClr val="176B87"/>
                </a:solidFill>
                <a:latin typeface="Arial"/>
                <a:ea typeface="Arial"/>
                <a:cs typeface="Arial"/>
              </a:defRPr>
            </a:lvl8pPr>
            <a:lvl9pPr algn="l">
              <a:defRPr sz="3225" b="1">
                <a:solidFill>
                  <a:srgbClr val="176B87"/>
                </a:solidFill>
                <a:latin typeface="Arial"/>
                <a:ea typeface="Arial"/>
                <a:cs typeface="Arial"/>
              </a:defRPr>
            </a:lvl9pPr>
          </a:lstStyle>
          <a:p xmlns:a="http://schemas.openxmlformats.org/drawingml/2006/main">
            <a:pPr algn="l">
              <a:defRPr sz="3225" b="1">
                <a:solidFill>
                  <a:srgbClr val="176B87"/>
                </a:solidFill>
                <a:latin typeface="Arial"/>
                <a:ea typeface="Arial"/>
                <a:cs typeface="Arial"/>
              </a:defRPr>
            </a:pPr>
            <a:r>
              <a:rPr sz="3225" b="1">
                <a:solidFill>
                  <a:srgbClr val="176B87"/>
                </a:solidFill>
                <a:latin typeface="Arial"/>
                <a:ea typeface="Arial"/>
                <a:cs typeface="Arial"/>
              </a:rPr>
              <a:t>87,6%</a:t>
            </a:r>
          </a:p>
        </p:txBody>
      </p:sp>
      <p:sp>
        <p:nvSpPr>
          <p:cNvPr id="17" name="">
            <a:extLst xmlns:a="http://schemas.openxmlformats.org/drawingml/2006/main">
              <a:ext uri="{FF2B5EF4-FFF2-40B4-BE49-F238E27FC236}">
                <a16:creationId xmlns:a16="http://schemas.microsoft.com/office/drawing/2014/main" id="{C05A56C8-0560-42E7-A26D-0E59CCF91C4E}"/>
              </a:ext>
            </a:extLst>
          </p:cNvPr>
          <p:cNvSpPr>
            <a:spLocks xmlns:a="http://schemas.openxmlformats.org/drawingml/2006/main" noGrp="1"/>
          </p:cNvSpPr>
          <p:nvPr/>
        </p:nvSpPr>
        <p:spPr>
          <a:xfrm xmlns:a="http://schemas.openxmlformats.org/drawingml/2006/main">
            <a:off x="8858250" y="3905250"/>
            <a:ext cx="180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222"/>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4.530 / 5.169 khách scoring</a:t>
            </a:r>
          </a:p>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mua một lần</a:t>
            </a:r>
          </a:p>
        </p:txBody>
      </p:sp>
      <p:sp>
        <p:nvSpPr>
          <p:cNvPr id="18" name="">
            <a:extLst xmlns:a="http://schemas.openxmlformats.org/drawingml/2006/main">
              <a:ext uri="{FF2B5EF4-FFF2-40B4-BE49-F238E27FC236}">
                <a16:creationId xmlns:a16="http://schemas.microsoft.com/office/drawing/2014/main" id="{F36DB7DD-7FAD-4554-8991-0BE598666F8E}"/>
              </a:ext>
            </a:extLst>
          </p:cNvPr>
          <p:cNvSpPr>
            <a:spLocks xmlns:a="http://schemas.openxmlformats.org/drawingml/2006/main" noGrp="1"/>
          </p:cNvSpPr>
          <p:nvPr/>
        </p:nvSpPr>
        <p:spPr>
          <a:xfrm xmlns:a="http://schemas.openxmlformats.org/drawingml/2006/main">
            <a:off x="904875" y="5476875"/>
            <a:ext cx="1000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A14633"/>
                </a:solidFill>
                <a:latin typeface="Arial"/>
                <a:ea typeface="Arial"/>
                <a:cs typeface="Arial"/>
              </a:defRPr>
            </a:defPPr>
            <a:lvl1pPr algn="l">
              <a:defRPr sz="1575" b="1">
                <a:solidFill>
                  <a:srgbClr val="A14633"/>
                </a:solidFill>
                <a:latin typeface="Arial"/>
                <a:ea typeface="Arial"/>
                <a:cs typeface="Arial"/>
              </a:defRPr>
            </a:lvl1pPr>
            <a:lvl2pPr algn="l">
              <a:defRPr sz="1575" b="1">
                <a:solidFill>
                  <a:srgbClr val="A14633"/>
                </a:solidFill>
                <a:latin typeface="Arial"/>
                <a:ea typeface="Arial"/>
                <a:cs typeface="Arial"/>
              </a:defRPr>
            </a:lvl2pPr>
            <a:lvl3pPr algn="l">
              <a:defRPr sz="1575" b="1">
                <a:solidFill>
                  <a:srgbClr val="A14633"/>
                </a:solidFill>
                <a:latin typeface="Arial"/>
                <a:ea typeface="Arial"/>
                <a:cs typeface="Arial"/>
              </a:defRPr>
            </a:lvl3pPr>
            <a:lvl4pPr algn="l">
              <a:defRPr sz="1575" b="1">
                <a:solidFill>
                  <a:srgbClr val="A14633"/>
                </a:solidFill>
                <a:latin typeface="Arial"/>
                <a:ea typeface="Arial"/>
                <a:cs typeface="Arial"/>
              </a:defRPr>
            </a:lvl4pPr>
            <a:lvl5pPr algn="l">
              <a:defRPr sz="1575" b="1">
                <a:solidFill>
                  <a:srgbClr val="A14633"/>
                </a:solidFill>
                <a:latin typeface="Arial"/>
                <a:ea typeface="Arial"/>
                <a:cs typeface="Arial"/>
              </a:defRPr>
            </a:lvl5pPr>
            <a:lvl6pPr algn="l">
              <a:defRPr sz="1575" b="1">
                <a:solidFill>
                  <a:srgbClr val="A14633"/>
                </a:solidFill>
                <a:latin typeface="Arial"/>
                <a:ea typeface="Arial"/>
                <a:cs typeface="Arial"/>
              </a:defRPr>
            </a:lvl6pPr>
            <a:lvl7pPr algn="l">
              <a:defRPr sz="1575" b="1">
                <a:solidFill>
                  <a:srgbClr val="A14633"/>
                </a:solidFill>
                <a:latin typeface="Arial"/>
                <a:ea typeface="Arial"/>
                <a:cs typeface="Arial"/>
              </a:defRPr>
            </a:lvl7pPr>
            <a:lvl8pPr algn="l">
              <a:defRPr sz="1575" b="1">
                <a:solidFill>
                  <a:srgbClr val="A14633"/>
                </a:solidFill>
                <a:latin typeface="Arial"/>
                <a:ea typeface="Arial"/>
                <a:cs typeface="Arial"/>
              </a:defRPr>
            </a:lvl8pPr>
            <a:lvl9pPr algn="l">
              <a:defRPr sz="1575" b="1">
                <a:solidFill>
                  <a:srgbClr val="A14633"/>
                </a:solidFill>
                <a:latin typeface="Arial"/>
                <a:ea typeface="Arial"/>
                <a:cs typeface="Arial"/>
              </a:defRPr>
            </a:lvl9pPr>
          </a:lstStyle>
          <a:p xmlns:a="http://schemas.openxmlformats.org/drawingml/2006/main">
            <a:pPr algn="l">
              <a:defRPr sz="1575" b="1">
                <a:solidFill>
                  <a:srgbClr val="A14633"/>
                </a:solidFill>
                <a:latin typeface="Arial"/>
                <a:ea typeface="Arial"/>
                <a:cs typeface="Arial"/>
              </a:defRPr>
            </a:pPr>
            <a:r>
              <a:rPr sz="1575" b="1">
                <a:solidFill>
                  <a:srgbClr val="A14633"/>
                </a:solidFill>
                <a:latin typeface="Arial"/>
                <a:ea typeface="Arial"/>
                <a:cs typeface="Arial"/>
              </a:rPr>
              <a:t>Không gọi cụm là VIP hoặc churn risk khi chưa có outcome xác nhận.</a:t>
            </a:r>
          </a:p>
        </p:txBody>
      </p:sp>
    </p:spTree>
    <p:extLst>
      <p:ext uri="{BB962C8B-B14F-4D97-AF65-F5344CB8AC3E}">
        <p14:creationId xmlns:p14="http://schemas.microsoft.com/office/powerpoint/2010/main" val="649139233"/>
      </p:ext>
    </p:extLst>
  </p:cSld>
</p:sld>
</file>

<file path=ppt/slides/slide8.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31D205B-5949-443A-993D-F62D0116AC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2453F217-84AF-4320-A911-3D5E539C310C}"/>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DỰ ĐOÁN MUA LẠI</a:t>
            </a:r>
          </a:p>
        </p:txBody>
      </p:sp>
      <p:sp>
        <p:nvSpPr>
          <p:cNvPr id="3" name="">
            <a:extLst xmlns:a="http://schemas.openxmlformats.org/drawingml/2006/main">
              <a:ext uri="{FF2B5EF4-FFF2-40B4-BE49-F238E27FC236}">
                <a16:creationId xmlns:a16="http://schemas.microsoft.com/office/drawing/2014/main" id="{87E7D604-870C-4033-ACD6-BD26A6460321}"/>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DEV chưa xác nhận tín hiệu mua lại</a:t>
            </a:r>
          </a:p>
        </p:txBody>
      </p:sp>
      <p:sp>
        <p:nvSpPr>
          <p:cNvPr id="4" name="">
            <a:extLst xmlns:a="http://schemas.openxmlformats.org/drawingml/2006/main">
              <a:ext uri="{FF2B5EF4-FFF2-40B4-BE49-F238E27FC236}">
                <a16:creationId xmlns:a16="http://schemas.microsoft.com/office/drawing/2014/main" id="{2162A0B6-0A5B-4213-B73D-DE27DDA2ABB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0CD7449F-25AD-458B-8ED1-7929840D41F6}"/>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866C1EB0-CC27-4900-9DFA-E24DB8829F1F}"/>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08</a:t>
            </a:r>
          </a:p>
        </p:txBody>
      </p:sp>
      <p:sp>
        <p:nvSpPr>
          <p:cNvPr id="7" name="">
            <a:extLst xmlns:a="http://schemas.openxmlformats.org/drawingml/2006/main">
              <a:ext uri="{FF2B5EF4-FFF2-40B4-BE49-F238E27FC236}">
                <a16:creationId xmlns:a16="http://schemas.microsoft.com/office/drawing/2014/main" id="{47A1CD59-F6EB-4F0C-974A-328FC2D27AE5}"/>
              </a:ext>
            </a:extLst>
          </p:cNvPr>
          <p:cNvSpPr>
            <a:spLocks xmlns:a="http://schemas.openxmlformats.org/drawingml/2006/main" noGrp="1"/>
          </p:cNvSpPr>
          <p:nvPr/>
        </p:nvSpPr>
        <p:spPr>
          <a:xfrm xmlns:a="http://schemas.openxmlformats.org/drawingml/2006/main">
            <a:off x="952500" y="26860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61736D"/>
                </a:solidFill>
                <a:latin typeface="Arial"/>
                <a:ea typeface="Arial"/>
                <a:cs typeface="Arial"/>
              </a:defRPr>
            </a:defPPr>
            <a:lvl1pPr algn="l">
              <a:defRPr sz="3000" b="1">
                <a:solidFill>
                  <a:srgbClr val="61736D"/>
                </a:solidFill>
                <a:latin typeface="Arial"/>
                <a:ea typeface="Arial"/>
                <a:cs typeface="Arial"/>
              </a:defRPr>
            </a:lvl1pPr>
            <a:lvl2pPr algn="l">
              <a:defRPr sz="3000" b="1">
                <a:solidFill>
                  <a:srgbClr val="61736D"/>
                </a:solidFill>
                <a:latin typeface="Arial"/>
                <a:ea typeface="Arial"/>
                <a:cs typeface="Arial"/>
              </a:defRPr>
            </a:lvl2pPr>
            <a:lvl3pPr algn="l">
              <a:defRPr sz="3000" b="1">
                <a:solidFill>
                  <a:srgbClr val="61736D"/>
                </a:solidFill>
                <a:latin typeface="Arial"/>
                <a:ea typeface="Arial"/>
                <a:cs typeface="Arial"/>
              </a:defRPr>
            </a:lvl3pPr>
            <a:lvl4pPr algn="l">
              <a:defRPr sz="3000" b="1">
                <a:solidFill>
                  <a:srgbClr val="61736D"/>
                </a:solidFill>
                <a:latin typeface="Arial"/>
                <a:ea typeface="Arial"/>
                <a:cs typeface="Arial"/>
              </a:defRPr>
            </a:lvl4pPr>
            <a:lvl5pPr algn="l">
              <a:defRPr sz="3000" b="1">
                <a:solidFill>
                  <a:srgbClr val="61736D"/>
                </a:solidFill>
                <a:latin typeface="Arial"/>
                <a:ea typeface="Arial"/>
                <a:cs typeface="Arial"/>
              </a:defRPr>
            </a:lvl5pPr>
            <a:lvl6pPr algn="l">
              <a:defRPr sz="3000" b="1">
                <a:solidFill>
                  <a:srgbClr val="61736D"/>
                </a:solidFill>
                <a:latin typeface="Arial"/>
                <a:ea typeface="Arial"/>
                <a:cs typeface="Arial"/>
              </a:defRPr>
            </a:lvl6pPr>
            <a:lvl7pPr algn="l">
              <a:defRPr sz="3000" b="1">
                <a:solidFill>
                  <a:srgbClr val="61736D"/>
                </a:solidFill>
                <a:latin typeface="Arial"/>
                <a:ea typeface="Arial"/>
                <a:cs typeface="Arial"/>
              </a:defRPr>
            </a:lvl7pPr>
            <a:lvl8pPr algn="l">
              <a:defRPr sz="3000" b="1">
                <a:solidFill>
                  <a:srgbClr val="61736D"/>
                </a:solidFill>
                <a:latin typeface="Arial"/>
                <a:ea typeface="Arial"/>
                <a:cs typeface="Arial"/>
              </a:defRPr>
            </a:lvl8pPr>
            <a:lvl9pPr algn="l">
              <a:defRPr sz="3000" b="1">
                <a:solidFill>
                  <a:srgbClr val="61736D"/>
                </a:solidFill>
                <a:latin typeface="Arial"/>
                <a:ea typeface="Arial"/>
                <a:cs typeface="Arial"/>
              </a:defRPr>
            </a:lvl9pPr>
          </a:lstStyle>
          <a:p xmlns:a="http://schemas.openxmlformats.org/drawingml/2006/main">
            <a:pPr algn="l">
              <a:defRPr sz="3000" b="1">
                <a:solidFill>
                  <a:srgbClr val="61736D"/>
                </a:solidFill>
                <a:latin typeface="Arial"/>
                <a:ea typeface="Arial"/>
                <a:cs typeface="Arial"/>
              </a:defRPr>
            </a:pPr>
            <a:r>
              <a:rPr sz="3000" b="1">
                <a:solidFill>
                  <a:srgbClr val="61736D"/>
                </a:solidFill>
                <a:latin typeface="Arial"/>
                <a:ea typeface="Arial"/>
                <a:cs typeface="Arial"/>
              </a:rPr>
              <a:t>0,500</a:t>
            </a:r>
          </a:p>
        </p:txBody>
      </p:sp>
      <p:sp>
        <p:nvSpPr>
          <p:cNvPr id="8" name="">
            <a:extLst xmlns:a="http://schemas.openxmlformats.org/drawingml/2006/main">
              <a:ext uri="{FF2B5EF4-FFF2-40B4-BE49-F238E27FC236}">
                <a16:creationId xmlns:a16="http://schemas.microsoft.com/office/drawing/2014/main" id="{3D1C236B-CDFA-4119-9583-F030B0364EC3}"/>
              </a:ext>
            </a:extLst>
          </p:cNvPr>
          <p:cNvSpPr>
            <a:spLocks xmlns:a="http://schemas.openxmlformats.org/drawingml/2006/main" noGrp="1"/>
          </p:cNvSpPr>
          <p:nvPr/>
        </p:nvSpPr>
        <p:spPr>
          <a:xfrm xmlns:a="http://schemas.openxmlformats.org/drawingml/2006/main">
            <a:off x="952500" y="32861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Baseline</a:t>
            </a:r>
          </a:p>
        </p:txBody>
      </p:sp>
      <p:sp>
        <p:nvSpPr>
          <p:cNvPr id="9" name="">
            <a:extLst xmlns:a="http://schemas.openxmlformats.org/drawingml/2006/main">
              <a:ext uri="{FF2B5EF4-FFF2-40B4-BE49-F238E27FC236}">
                <a16:creationId xmlns:a16="http://schemas.microsoft.com/office/drawing/2014/main" id="{664D3DE5-18A4-4194-B760-EB0B43823F9B}"/>
              </a:ext>
            </a:extLst>
          </p:cNvPr>
          <p:cNvSpPr>
            <a:spLocks xmlns:a="http://schemas.openxmlformats.org/drawingml/2006/main" noGrp="1"/>
          </p:cNvSpPr>
          <p:nvPr/>
        </p:nvSpPr>
        <p:spPr>
          <a:xfrm xmlns:a="http://schemas.openxmlformats.org/drawingml/2006/main">
            <a:off x="3429000" y="26860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A14633"/>
                </a:solidFill>
                <a:latin typeface="Arial"/>
                <a:ea typeface="Arial"/>
                <a:cs typeface="Arial"/>
              </a:defRPr>
            </a:defPPr>
            <a:lvl1pPr algn="l">
              <a:defRPr sz="3000" b="1">
                <a:solidFill>
                  <a:srgbClr val="A14633"/>
                </a:solidFill>
                <a:latin typeface="Arial"/>
                <a:ea typeface="Arial"/>
                <a:cs typeface="Arial"/>
              </a:defRPr>
            </a:lvl1pPr>
            <a:lvl2pPr algn="l">
              <a:defRPr sz="3000" b="1">
                <a:solidFill>
                  <a:srgbClr val="A14633"/>
                </a:solidFill>
                <a:latin typeface="Arial"/>
                <a:ea typeface="Arial"/>
                <a:cs typeface="Arial"/>
              </a:defRPr>
            </a:lvl2pPr>
            <a:lvl3pPr algn="l">
              <a:defRPr sz="3000" b="1">
                <a:solidFill>
                  <a:srgbClr val="A14633"/>
                </a:solidFill>
                <a:latin typeface="Arial"/>
                <a:ea typeface="Arial"/>
                <a:cs typeface="Arial"/>
              </a:defRPr>
            </a:lvl3pPr>
            <a:lvl4pPr algn="l">
              <a:defRPr sz="3000" b="1">
                <a:solidFill>
                  <a:srgbClr val="A14633"/>
                </a:solidFill>
                <a:latin typeface="Arial"/>
                <a:ea typeface="Arial"/>
                <a:cs typeface="Arial"/>
              </a:defRPr>
            </a:lvl4pPr>
            <a:lvl5pPr algn="l">
              <a:defRPr sz="3000" b="1">
                <a:solidFill>
                  <a:srgbClr val="A14633"/>
                </a:solidFill>
                <a:latin typeface="Arial"/>
                <a:ea typeface="Arial"/>
                <a:cs typeface="Arial"/>
              </a:defRPr>
            </a:lvl5pPr>
            <a:lvl6pPr algn="l">
              <a:defRPr sz="3000" b="1">
                <a:solidFill>
                  <a:srgbClr val="A14633"/>
                </a:solidFill>
                <a:latin typeface="Arial"/>
                <a:ea typeface="Arial"/>
                <a:cs typeface="Arial"/>
              </a:defRPr>
            </a:lvl6pPr>
            <a:lvl7pPr algn="l">
              <a:defRPr sz="3000" b="1">
                <a:solidFill>
                  <a:srgbClr val="A14633"/>
                </a:solidFill>
                <a:latin typeface="Arial"/>
                <a:ea typeface="Arial"/>
                <a:cs typeface="Arial"/>
              </a:defRPr>
            </a:lvl7pPr>
            <a:lvl8pPr algn="l">
              <a:defRPr sz="3000" b="1">
                <a:solidFill>
                  <a:srgbClr val="A14633"/>
                </a:solidFill>
                <a:latin typeface="Arial"/>
                <a:ea typeface="Arial"/>
                <a:cs typeface="Arial"/>
              </a:defRPr>
            </a:lvl8pPr>
            <a:lvl9pPr algn="l">
              <a:defRPr sz="3000" b="1">
                <a:solidFill>
                  <a:srgbClr val="A14633"/>
                </a:solidFill>
                <a:latin typeface="Arial"/>
                <a:ea typeface="Arial"/>
                <a:cs typeface="Arial"/>
              </a:defRPr>
            </a:lvl9pPr>
          </a:lstStyle>
          <a:p xmlns:a="http://schemas.openxmlformats.org/drawingml/2006/main">
            <a:pPr algn="l">
              <a:defRPr sz="3000" b="1">
                <a:solidFill>
                  <a:srgbClr val="A14633"/>
                </a:solidFill>
                <a:latin typeface="Arial"/>
                <a:ea typeface="Arial"/>
                <a:cs typeface="Arial"/>
              </a:defRPr>
            </a:pPr>
            <a:r>
              <a:rPr sz="3000" b="1">
                <a:solidFill>
                  <a:srgbClr val="A14633"/>
                </a:solidFill>
                <a:latin typeface="Arial"/>
                <a:ea typeface="Arial"/>
                <a:cs typeface="Arial"/>
              </a:rPr>
              <a:t>0,5096</a:t>
            </a:r>
          </a:p>
        </p:txBody>
      </p:sp>
      <p:sp>
        <p:nvSpPr>
          <p:cNvPr id="10" name="">
            <a:extLst xmlns:a="http://schemas.openxmlformats.org/drawingml/2006/main">
              <a:ext uri="{FF2B5EF4-FFF2-40B4-BE49-F238E27FC236}">
                <a16:creationId xmlns:a16="http://schemas.microsoft.com/office/drawing/2014/main" id="{8BD42013-2294-4CB1-9DB7-4B586804D7EA}"/>
              </a:ext>
            </a:extLst>
          </p:cNvPr>
          <p:cNvSpPr>
            <a:spLocks xmlns:a="http://schemas.openxmlformats.org/drawingml/2006/main" noGrp="1"/>
          </p:cNvSpPr>
          <p:nvPr/>
        </p:nvSpPr>
        <p:spPr>
          <a:xfrm xmlns:a="http://schemas.openxmlformats.org/drawingml/2006/main">
            <a:off x="3429000" y="32861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LR C=10 · DEV OOF</a:t>
            </a:r>
          </a:p>
        </p:txBody>
      </p:sp>
      <p:sp>
        <p:nvSpPr>
          <p:cNvPr id="11" name="">
            <a:extLst xmlns:a="http://schemas.openxmlformats.org/drawingml/2006/main">
              <a:ext uri="{FF2B5EF4-FFF2-40B4-BE49-F238E27FC236}">
                <a16:creationId xmlns:a16="http://schemas.microsoft.com/office/drawing/2014/main" id="{804C13EE-DE74-42D4-9375-C73064BA0504}"/>
              </a:ext>
            </a:extLst>
          </p:cNvPr>
          <p:cNvSpPr>
            <a:spLocks xmlns:a="http://schemas.openxmlformats.org/drawingml/2006/main" noGrp="1"/>
          </p:cNvSpPr>
          <p:nvPr/>
        </p:nvSpPr>
        <p:spPr>
          <a:xfrm xmlns:a="http://schemas.openxmlformats.org/drawingml/2006/main">
            <a:off x="952500" y="41433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E3A64B"/>
                </a:solidFill>
                <a:latin typeface="Arial"/>
                <a:ea typeface="Arial"/>
                <a:cs typeface="Arial"/>
              </a:defRPr>
            </a:defPPr>
            <a:lvl1pPr algn="l">
              <a:defRPr sz="3000" b="1">
                <a:solidFill>
                  <a:srgbClr val="E3A64B"/>
                </a:solidFill>
                <a:latin typeface="Arial"/>
                <a:ea typeface="Arial"/>
                <a:cs typeface="Arial"/>
              </a:defRPr>
            </a:lvl1pPr>
            <a:lvl2pPr algn="l">
              <a:defRPr sz="3000" b="1">
                <a:solidFill>
                  <a:srgbClr val="E3A64B"/>
                </a:solidFill>
                <a:latin typeface="Arial"/>
                <a:ea typeface="Arial"/>
                <a:cs typeface="Arial"/>
              </a:defRPr>
            </a:lvl2pPr>
            <a:lvl3pPr algn="l">
              <a:defRPr sz="3000" b="1">
                <a:solidFill>
                  <a:srgbClr val="E3A64B"/>
                </a:solidFill>
                <a:latin typeface="Arial"/>
                <a:ea typeface="Arial"/>
                <a:cs typeface="Arial"/>
              </a:defRPr>
            </a:lvl3pPr>
            <a:lvl4pPr algn="l">
              <a:defRPr sz="3000" b="1">
                <a:solidFill>
                  <a:srgbClr val="E3A64B"/>
                </a:solidFill>
                <a:latin typeface="Arial"/>
                <a:ea typeface="Arial"/>
                <a:cs typeface="Arial"/>
              </a:defRPr>
            </a:lvl4pPr>
            <a:lvl5pPr algn="l">
              <a:defRPr sz="3000" b="1">
                <a:solidFill>
                  <a:srgbClr val="E3A64B"/>
                </a:solidFill>
                <a:latin typeface="Arial"/>
                <a:ea typeface="Arial"/>
                <a:cs typeface="Arial"/>
              </a:defRPr>
            </a:lvl5pPr>
            <a:lvl6pPr algn="l">
              <a:defRPr sz="3000" b="1">
                <a:solidFill>
                  <a:srgbClr val="E3A64B"/>
                </a:solidFill>
                <a:latin typeface="Arial"/>
                <a:ea typeface="Arial"/>
                <a:cs typeface="Arial"/>
              </a:defRPr>
            </a:lvl6pPr>
            <a:lvl7pPr algn="l">
              <a:defRPr sz="3000" b="1">
                <a:solidFill>
                  <a:srgbClr val="E3A64B"/>
                </a:solidFill>
                <a:latin typeface="Arial"/>
                <a:ea typeface="Arial"/>
                <a:cs typeface="Arial"/>
              </a:defRPr>
            </a:lvl7pPr>
            <a:lvl8pPr algn="l">
              <a:defRPr sz="3000" b="1">
                <a:solidFill>
                  <a:srgbClr val="E3A64B"/>
                </a:solidFill>
                <a:latin typeface="Arial"/>
                <a:ea typeface="Arial"/>
                <a:cs typeface="Arial"/>
              </a:defRPr>
            </a:lvl8pPr>
            <a:lvl9pPr algn="l">
              <a:defRPr sz="3000" b="1">
                <a:solidFill>
                  <a:srgbClr val="E3A64B"/>
                </a:solidFill>
                <a:latin typeface="Arial"/>
                <a:ea typeface="Arial"/>
                <a:cs typeface="Arial"/>
              </a:defRPr>
            </a:lvl9pPr>
          </a:lstStyle>
          <a:p xmlns:a="http://schemas.openxmlformats.org/drawingml/2006/main">
            <a:pPr algn="l">
              <a:defRPr sz="3000" b="1">
                <a:solidFill>
                  <a:srgbClr val="E3A64B"/>
                </a:solidFill>
                <a:latin typeface="Arial"/>
                <a:ea typeface="Arial"/>
                <a:cs typeface="Arial"/>
              </a:defRPr>
            </a:pPr>
            <a:r>
              <a:rPr sz="3000" b="1">
                <a:solidFill>
                  <a:srgbClr val="E3A64B"/>
                </a:solidFill>
                <a:latin typeface="Arial"/>
                <a:ea typeface="Arial"/>
                <a:cs typeface="Arial"/>
              </a:rPr>
              <a:t>0,7024</a:t>
            </a:r>
          </a:p>
        </p:txBody>
      </p:sp>
      <p:sp>
        <p:nvSpPr>
          <p:cNvPr id="12" name="">
            <a:extLst xmlns:a="http://schemas.openxmlformats.org/drawingml/2006/main">
              <a:ext uri="{FF2B5EF4-FFF2-40B4-BE49-F238E27FC236}">
                <a16:creationId xmlns:a16="http://schemas.microsoft.com/office/drawing/2014/main" id="{90DB8AE8-DF1E-45F3-86E9-D292DED3864D}"/>
              </a:ext>
            </a:extLst>
          </p:cNvPr>
          <p:cNvSpPr>
            <a:spLocks xmlns:a="http://schemas.openxmlformats.org/drawingml/2006/main" noGrp="1"/>
          </p:cNvSpPr>
          <p:nvPr/>
        </p:nvSpPr>
        <p:spPr>
          <a:xfrm xmlns:a="http://schemas.openxmlformats.org/drawingml/2006/main">
            <a:off x="952500" y="47434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LR C=10 · test</a:t>
            </a:r>
          </a:p>
        </p:txBody>
      </p:sp>
      <p:sp>
        <p:nvSpPr>
          <p:cNvPr id="13" name="">
            <a:extLst xmlns:a="http://schemas.openxmlformats.org/drawingml/2006/main">
              <a:ext uri="{FF2B5EF4-FFF2-40B4-BE49-F238E27FC236}">
                <a16:creationId xmlns:a16="http://schemas.microsoft.com/office/drawing/2014/main" id="{99557A36-8288-41B4-8C33-52B0C7D62D22}"/>
              </a:ext>
            </a:extLst>
          </p:cNvPr>
          <p:cNvSpPr>
            <a:spLocks xmlns:a="http://schemas.openxmlformats.org/drawingml/2006/main" noGrp="1"/>
          </p:cNvSpPr>
          <p:nvPr/>
        </p:nvSpPr>
        <p:spPr>
          <a:xfrm xmlns:a="http://schemas.openxmlformats.org/drawingml/2006/main">
            <a:off x="7620000" y="2495550"/>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14.394</a:t>
            </a:r>
          </a:p>
        </p:txBody>
      </p:sp>
      <p:sp>
        <p:nvSpPr>
          <p:cNvPr id="14" name="">
            <a:extLst xmlns:a="http://schemas.openxmlformats.org/drawingml/2006/main">
              <a:ext uri="{FF2B5EF4-FFF2-40B4-BE49-F238E27FC236}">
                <a16:creationId xmlns:a16="http://schemas.microsoft.com/office/drawing/2014/main" id="{C259EF41-B9CB-4B32-8040-810B290F2310}"/>
              </a:ext>
            </a:extLst>
          </p:cNvPr>
          <p:cNvSpPr>
            <a:spLocks xmlns:a="http://schemas.openxmlformats.org/drawingml/2006/main" noGrp="1"/>
          </p:cNvSpPr>
          <p:nvPr/>
        </p:nvSpPr>
        <p:spPr>
          <a:xfrm xmlns:a="http://schemas.openxmlformats.org/drawingml/2006/main">
            <a:off x="7620000" y="3095625"/>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snapshot OOF DEV</a:t>
            </a:r>
          </a:p>
        </p:txBody>
      </p:sp>
      <p:sp>
        <p:nvSpPr>
          <p:cNvPr id="15" name="">
            <a:extLst xmlns:a="http://schemas.openxmlformats.org/drawingml/2006/main">
              <a:ext uri="{FF2B5EF4-FFF2-40B4-BE49-F238E27FC236}">
                <a16:creationId xmlns:a16="http://schemas.microsoft.com/office/drawing/2014/main" id="{BFDA6F6B-A832-423B-BCFF-F6653C62CDD7}"/>
              </a:ext>
            </a:extLst>
          </p:cNvPr>
          <p:cNvSpPr>
            <a:spLocks xmlns:a="http://schemas.openxmlformats.org/drawingml/2006/main" noGrp="1"/>
          </p:cNvSpPr>
          <p:nvPr/>
        </p:nvSpPr>
        <p:spPr>
          <a:xfrm xmlns:a="http://schemas.openxmlformats.org/drawingml/2006/main">
            <a:off x="7620000" y="3914775"/>
            <a:ext cx="3095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76B87"/>
                </a:solidFill>
                <a:latin typeface="Arial"/>
                <a:ea typeface="Arial"/>
                <a:cs typeface="Arial"/>
              </a:defRPr>
            </a:defPPr>
            <a:lvl1pPr algn="l">
              <a:defRPr sz="3150" b="1">
                <a:solidFill>
                  <a:srgbClr val="176B87"/>
                </a:solidFill>
                <a:latin typeface="Arial"/>
                <a:ea typeface="Arial"/>
                <a:cs typeface="Arial"/>
              </a:defRPr>
            </a:lvl1pPr>
            <a:lvl2pPr algn="l">
              <a:defRPr sz="3150" b="1">
                <a:solidFill>
                  <a:srgbClr val="176B87"/>
                </a:solidFill>
                <a:latin typeface="Arial"/>
                <a:ea typeface="Arial"/>
                <a:cs typeface="Arial"/>
              </a:defRPr>
            </a:lvl2pPr>
            <a:lvl3pPr algn="l">
              <a:defRPr sz="3150" b="1">
                <a:solidFill>
                  <a:srgbClr val="176B87"/>
                </a:solidFill>
                <a:latin typeface="Arial"/>
                <a:ea typeface="Arial"/>
                <a:cs typeface="Arial"/>
              </a:defRPr>
            </a:lvl3pPr>
            <a:lvl4pPr algn="l">
              <a:defRPr sz="3150" b="1">
                <a:solidFill>
                  <a:srgbClr val="176B87"/>
                </a:solidFill>
                <a:latin typeface="Arial"/>
                <a:ea typeface="Arial"/>
                <a:cs typeface="Arial"/>
              </a:defRPr>
            </a:lvl4pPr>
            <a:lvl5pPr algn="l">
              <a:defRPr sz="3150" b="1">
                <a:solidFill>
                  <a:srgbClr val="176B87"/>
                </a:solidFill>
                <a:latin typeface="Arial"/>
                <a:ea typeface="Arial"/>
                <a:cs typeface="Arial"/>
              </a:defRPr>
            </a:lvl5pPr>
            <a:lvl6pPr algn="l">
              <a:defRPr sz="3150" b="1">
                <a:solidFill>
                  <a:srgbClr val="176B87"/>
                </a:solidFill>
                <a:latin typeface="Arial"/>
                <a:ea typeface="Arial"/>
                <a:cs typeface="Arial"/>
              </a:defRPr>
            </a:lvl6pPr>
            <a:lvl7pPr algn="l">
              <a:defRPr sz="3150" b="1">
                <a:solidFill>
                  <a:srgbClr val="176B87"/>
                </a:solidFill>
                <a:latin typeface="Arial"/>
                <a:ea typeface="Arial"/>
                <a:cs typeface="Arial"/>
              </a:defRPr>
            </a:lvl7pPr>
            <a:lvl8pPr algn="l">
              <a:defRPr sz="3150" b="1">
                <a:solidFill>
                  <a:srgbClr val="176B87"/>
                </a:solidFill>
                <a:latin typeface="Arial"/>
                <a:ea typeface="Arial"/>
                <a:cs typeface="Arial"/>
              </a:defRPr>
            </a:lvl8pPr>
            <a:lvl9pPr algn="l">
              <a:defRPr sz="3150" b="1">
                <a:solidFill>
                  <a:srgbClr val="176B87"/>
                </a:solidFill>
                <a:latin typeface="Arial"/>
                <a:ea typeface="Arial"/>
                <a:cs typeface="Arial"/>
              </a:defRPr>
            </a:lvl9pPr>
          </a:lstStyle>
          <a:p xmlns:a="http://schemas.openxmlformats.org/drawingml/2006/main">
            <a:pPr algn="l">
              <a:defRPr sz="3150" b="1">
                <a:solidFill>
                  <a:srgbClr val="176B87"/>
                </a:solidFill>
                <a:latin typeface="Arial"/>
                <a:ea typeface="Arial"/>
                <a:cs typeface="Arial"/>
              </a:defRPr>
            </a:pPr>
            <a:r>
              <a:rPr sz="3150" b="1">
                <a:solidFill>
                  <a:srgbClr val="176B87"/>
                </a:solidFill>
                <a:latin typeface="Arial"/>
                <a:ea typeface="Arial"/>
                <a:cs typeface="Arial"/>
              </a:rPr>
              <a:t>4,17%</a:t>
            </a:r>
          </a:p>
        </p:txBody>
      </p:sp>
      <p:sp>
        <p:nvSpPr>
          <p:cNvPr id="16" name="">
            <a:extLst xmlns:a="http://schemas.openxmlformats.org/drawingml/2006/main">
              <a:ext uri="{FF2B5EF4-FFF2-40B4-BE49-F238E27FC236}">
                <a16:creationId xmlns:a16="http://schemas.microsoft.com/office/drawing/2014/main" id="{BA54D464-780D-477B-8F24-F238EECF1553}"/>
              </a:ext>
            </a:extLst>
          </p:cNvPr>
          <p:cNvSpPr>
            <a:spLocks xmlns:a="http://schemas.openxmlformats.org/drawingml/2006/main" noGrp="1"/>
          </p:cNvSpPr>
          <p:nvPr/>
        </p:nvSpPr>
        <p:spPr>
          <a:xfrm xmlns:a="http://schemas.openxmlformats.org/drawingml/2006/main">
            <a:off x="7620000" y="4514850"/>
            <a:ext cx="3333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tỷ lệ dương OOF</a:t>
            </a:r>
          </a:p>
        </p:txBody>
      </p:sp>
    </p:spTree>
    <p:extLst>
      <p:ext uri="{BB962C8B-B14F-4D97-AF65-F5344CB8AC3E}">
        <p14:creationId xmlns:p14="http://schemas.microsoft.com/office/powerpoint/2010/main" val="582290311"/>
      </p:ext>
    </p:extLst>
  </p:cSld>
</p:sld>
</file>

<file path=ppt/slides/slide9.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3C68C3E-674A-4511-92B0-901C291E2765}"/>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65B01417-B6D5-40FF-B27A-9E0AD99D7973}"/>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PHƯƠNG PHÁP</a:t>
            </a:r>
          </a:p>
        </p:txBody>
      </p:sp>
      <p:sp>
        <p:nvSpPr>
          <p:cNvPr id="3" name="">
            <a:extLst xmlns:a="http://schemas.openxmlformats.org/drawingml/2006/main">
              <a:ext uri="{FF2B5EF4-FFF2-40B4-BE49-F238E27FC236}">
                <a16:creationId xmlns:a16="http://schemas.microsoft.com/office/drawing/2014/main" id="{E1D39A4F-B6C0-4B98-996B-391339A3D9F6}"/>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Đánh giá theo thời gian, khóa test một lần</a:t>
            </a:r>
          </a:p>
        </p:txBody>
      </p:sp>
      <p:sp>
        <p:nvSpPr>
          <p:cNvPr id="4" name="">
            <a:extLst xmlns:a="http://schemas.openxmlformats.org/drawingml/2006/main">
              <a:ext uri="{FF2B5EF4-FFF2-40B4-BE49-F238E27FC236}">
                <a16:creationId xmlns:a16="http://schemas.microsoft.com/office/drawing/2014/main" id="{A760312D-0C67-4101-A86A-E60ADDC51EA6}"/>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32B85CFB-92D4-4BD8-A4E5-592296C55B29}"/>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17787174-3895-4941-83AF-EAC111ABB839}"/>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09</a:t>
            </a:r>
          </a:p>
        </p:txBody>
      </p:sp>
      <p:sp>
        <p:nvSpPr>
          <p:cNvPr id="7" name="">
            <a:extLst xmlns:a="http://schemas.openxmlformats.org/drawingml/2006/main">
              <a:ext uri="{FF2B5EF4-FFF2-40B4-BE49-F238E27FC236}">
                <a16:creationId xmlns:a16="http://schemas.microsoft.com/office/drawing/2014/main" id="{EF9D4255-4EF5-48F0-AA03-7950FA3CE09B}"/>
              </a:ext>
            </a:extLst>
          </p:cNvPr>
          <p:cNvSpPr>
            <a:spLocks xmlns:a="http://schemas.openxmlformats.org/drawingml/2006/main" noGrp="1"/>
          </p:cNvSpPr>
          <p:nvPr/>
        </p:nvSpPr>
        <p:spPr>
          <a:xfrm xmlns:a="http://schemas.openxmlformats.org/drawingml/2006/main">
            <a:off x="933450" y="2190750"/>
            <a:ext cx="49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E3A64B"/>
                </a:solidFill>
                <a:latin typeface="Arial"/>
                <a:ea typeface="Arial"/>
                <a:cs typeface="Arial"/>
              </a:defRPr>
            </a:defPPr>
            <a:lvl1pPr algn="l">
              <a:defRPr sz="3450" b="1">
                <a:solidFill>
                  <a:srgbClr val="E3A64B"/>
                </a:solidFill>
                <a:latin typeface="Arial"/>
                <a:ea typeface="Arial"/>
                <a:cs typeface="Arial"/>
              </a:defRPr>
            </a:lvl1pPr>
            <a:lvl2pPr algn="l">
              <a:defRPr sz="3450" b="1">
                <a:solidFill>
                  <a:srgbClr val="E3A64B"/>
                </a:solidFill>
                <a:latin typeface="Arial"/>
                <a:ea typeface="Arial"/>
                <a:cs typeface="Arial"/>
              </a:defRPr>
            </a:lvl2pPr>
            <a:lvl3pPr algn="l">
              <a:defRPr sz="3450" b="1">
                <a:solidFill>
                  <a:srgbClr val="E3A64B"/>
                </a:solidFill>
                <a:latin typeface="Arial"/>
                <a:ea typeface="Arial"/>
                <a:cs typeface="Arial"/>
              </a:defRPr>
            </a:lvl3pPr>
            <a:lvl4pPr algn="l">
              <a:defRPr sz="3450" b="1">
                <a:solidFill>
                  <a:srgbClr val="E3A64B"/>
                </a:solidFill>
                <a:latin typeface="Arial"/>
                <a:ea typeface="Arial"/>
                <a:cs typeface="Arial"/>
              </a:defRPr>
            </a:lvl4pPr>
            <a:lvl5pPr algn="l">
              <a:defRPr sz="3450" b="1">
                <a:solidFill>
                  <a:srgbClr val="E3A64B"/>
                </a:solidFill>
                <a:latin typeface="Arial"/>
                <a:ea typeface="Arial"/>
                <a:cs typeface="Arial"/>
              </a:defRPr>
            </a:lvl5pPr>
            <a:lvl6pPr algn="l">
              <a:defRPr sz="3450" b="1">
                <a:solidFill>
                  <a:srgbClr val="E3A64B"/>
                </a:solidFill>
                <a:latin typeface="Arial"/>
                <a:ea typeface="Arial"/>
                <a:cs typeface="Arial"/>
              </a:defRPr>
            </a:lvl6pPr>
            <a:lvl7pPr algn="l">
              <a:defRPr sz="3450" b="1">
                <a:solidFill>
                  <a:srgbClr val="E3A64B"/>
                </a:solidFill>
                <a:latin typeface="Arial"/>
                <a:ea typeface="Arial"/>
                <a:cs typeface="Arial"/>
              </a:defRPr>
            </a:lvl7pPr>
            <a:lvl8pPr algn="l">
              <a:defRPr sz="3450" b="1">
                <a:solidFill>
                  <a:srgbClr val="E3A64B"/>
                </a:solidFill>
                <a:latin typeface="Arial"/>
                <a:ea typeface="Arial"/>
                <a:cs typeface="Arial"/>
              </a:defRPr>
            </a:lvl8pPr>
            <a:lvl9pPr algn="l">
              <a:defRPr sz="3450" b="1">
                <a:solidFill>
                  <a:srgbClr val="E3A64B"/>
                </a:solidFill>
                <a:latin typeface="Arial"/>
                <a:ea typeface="Arial"/>
                <a:cs typeface="Arial"/>
              </a:defRPr>
            </a:lvl9pPr>
          </a:lstStyle>
          <a:p xmlns:a="http://schemas.openxmlformats.org/drawingml/2006/main">
            <a:pPr algn="l">
              <a:defRPr sz="3450" b="1">
                <a:solidFill>
                  <a:srgbClr val="E3A64B"/>
                </a:solidFill>
                <a:latin typeface="Arial"/>
                <a:ea typeface="Arial"/>
                <a:cs typeface="Arial"/>
              </a:defRPr>
            </a:pPr>
            <a:r>
              <a:rPr sz="3450" b="1">
                <a:solidFill>
                  <a:srgbClr val="E3A64B"/>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360376A0-E03F-46AC-9953-2CFB0958A406}"/>
              </a:ext>
            </a:extLst>
          </p:cNvPr>
          <p:cNvSpPr>
            <a:spLocks xmlns:a="http://schemas.openxmlformats.org/drawingml/2006/main" noGrp="1"/>
          </p:cNvSpPr>
          <p:nvPr/>
        </p:nvSpPr>
        <p:spPr>
          <a:xfrm xmlns:a="http://schemas.openxmlformats.org/drawingml/2006/main">
            <a:off x="1552575" y="22479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Feature trước T</a:t>
            </a:r>
          </a:p>
        </p:txBody>
      </p:sp>
      <p:sp>
        <p:nvSpPr>
          <p:cNvPr id="9" name="">
            <a:extLst xmlns:a="http://schemas.openxmlformats.org/drawingml/2006/main">
              <a:ext uri="{FF2B5EF4-FFF2-40B4-BE49-F238E27FC236}">
                <a16:creationId xmlns:a16="http://schemas.microsoft.com/office/drawing/2014/main" id="{C3795CD3-EB72-4376-86C4-28743C6E3314}"/>
              </a:ext>
            </a:extLst>
          </p:cNvPr>
          <p:cNvSpPr>
            <a:spLocks xmlns:a="http://schemas.openxmlformats.org/drawingml/2006/main" noGrp="1"/>
          </p:cNvSpPr>
          <p:nvPr/>
        </p:nvSpPr>
        <p:spPr>
          <a:xfrm xmlns:a="http://schemas.openxmlformats.org/drawingml/2006/main">
            <a:off x="1552575" y="2771775"/>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Chỉ dùng dữ liệu đã biết tại mốc T</a:t>
            </a:r>
          </a:p>
        </p:txBody>
      </p:sp>
      <p:sp>
        <p:nvSpPr>
          <p:cNvPr id="10" name="">
            <a:extLst xmlns:a="http://schemas.openxmlformats.org/drawingml/2006/main">
              <a:ext uri="{FF2B5EF4-FFF2-40B4-BE49-F238E27FC236}">
                <a16:creationId xmlns:a16="http://schemas.microsoft.com/office/drawing/2014/main" id="{443242E5-A7F2-4790-8D6C-7F8D76419830}"/>
              </a:ext>
            </a:extLst>
          </p:cNvPr>
          <p:cNvSpPr>
            <a:spLocks xmlns:a="http://schemas.openxmlformats.org/drawingml/2006/main" noGrp="1"/>
          </p:cNvSpPr>
          <p:nvPr/>
        </p:nvSpPr>
        <p:spPr>
          <a:xfrm xmlns:a="http://schemas.openxmlformats.org/drawingml/2006/main">
            <a:off x="1552575" y="3857625"/>
            <a:ext cx="2562225"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1" name="">
            <a:extLst xmlns:a="http://schemas.openxmlformats.org/drawingml/2006/main">
              <a:ext uri="{FF2B5EF4-FFF2-40B4-BE49-F238E27FC236}">
                <a16:creationId xmlns:a16="http://schemas.microsoft.com/office/drawing/2014/main" id="{ED977A18-4CFB-4D5B-A836-CD08E6216597}"/>
              </a:ext>
            </a:extLst>
          </p:cNvPr>
          <p:cNvSpPr>
            <a:spLocks xmlns:a="http://schemas.openxmlformats.org/drawingml/2006/main" noGrp="1"/>
          </p:cNvSpPr>
          <p:nvPr/>
        </p:nvSpPr>
        <p:spPr>
          <a:xfrm xmlns:a="http://schemas.openxmlformats.org/drawingml/2006/main">
            <a:off x="4419600" y="2190750"/>
            <a:ext cx="49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E3A64B"/>
                </a:solidFill>
                <a:latin typeface="Arial"/>
                <a:ea typeface="Arial"/>
                <a:cs typeface="Arial"/>
              </a:defRPr>
            </a:defPPr>
            <a:lvl1pPr algn="l">
              <a:defRPr sz="3450" b="1">
                <a:solidFill>
                  <a:srgbClr val="E3A64B"/>
                </a:solidFill>
                <a:latin typeface="Arial"/>
                <a:ea typeface="Arial"/>
                <a:cs typeface="Arial"/>
              </a:defRPr>
            </a:lvl1pPr>
            <a:lvl2pPr algn="l">
              <a:defRPr sz="3450" b="1">
                <a:solidFill>
                  <a:srgbClr val="E3A64B"/>
                </a:solidFill>
                <a:latin typeface="Arial"/>
                <a:ea typeface="Arial"/>
                <a:cs typeface="Arial"/>
              </a:defRPr>
            </a:lvl2pPr>
            <a:lvl3pPr algn="l">
              <a:defRPr sz="3450" b="1">
                <a:solidFill>
                  <a:srgbClr val="E3A64B"/>
                </a:solidFill>
                <a:latin typeface="Arial"/>
                <a:ea typeface="Arial"/>
                <a:cs typeface="Arial"/>
              </a:defRPr>
            </a:lvl3pPr>
            <a:lvl4pPr algn="l">
              <a:defRPr sz="3450" b="1">
                <a:solidFill>
                  <a:srgbClr val="E3A64B"/>
                </a:solidFill>
                <a:latin typeface="Arial"/>
                <a:ea typeface="Arial"/>
                <a:cs typeface="Arial"/>
              </a:defRPr>
            </a:lvl4pPr>
            <a:lvl5pPr algn="l">
              <a:defRPr sz="3450" b="1">
                <a:solidFill>
                  <a:srgbClr val="E3A64B"/>
                </a:solidFill>
                <a:latin typeface="Arial"/>
                <a:ea typeface="Arial"/>
                <a:cs typeface="Arial"/>
              </a:defRPr>
            </a:lvl5pPr>
            <a:lvl6pPr algn="l">
              <a:defRPr sz="3450" b="1">
                <a:solidFill>
                  <a:srgbClr val="E3A64B"/>
                </a:solidFill>
                <a:latin typeface="Arial"/>
                <a:ea typeface="Arial"/>
                <a:cs typeface="Arial"/>
              </a:defRPr>
            </a:lvl6pPr>
            <a:lvl7pPr algn="l">
              <a:defRPr sz="3450" b="1">
                <a:solidFill>
                  <a:srgbClr val="E3A64B"/>
                </a:solidFill>
                <a:latin typeface="Arial"/>
                <a:ea typeface="Arial"/>
                <a:cs typeface="Arial"/>
              </a:defRPr>
            </a:lvl7pPr>
            <a:lvl8pPr algn="l">
              <a:defRPr sz="3450" b="1">
                <a:solidFill>
                  <a:srgbClr val="E3A64B"/>
                </a:solidFill>
                <a:latin typeface="Arial"/>
                <a:ea typeface="Arial"/>
                <a:cs typeface="Arial"/>
              </a:defRPr>
            </a:lvl8pPr>
            <a:lvl9pPr algn="l">
              <a:defRPr sz="3450" b="1">
                <a:solidFill>
                  <a:srgbClr val="E3A64B"/>
                </a:solidFill>
                <a:latin typeface="Arial"/>
                <a:ea typeface="Arial"/>
                <a:cs typeface="Arial"/>
              </a:defRPr>
            </a:lvl9pPr>
          </a:lstStyle>
          <a:p xmlns:a="http://schemas.openxmlformats.org/drawingml/2006/main">
            <a:pPr algn="l">
              <a:defRPr sz="3450" b="1">
                <a:solidFill>
                  <a:srgbClr val="E3A64B"/>
                </a:solidFill>
                <a:latin typeface="Arial"/>
                <a:ea typeface="Arial"/>
                <a:cs typeface="Arial"/>
              </a:defRPr>
            </a:pPr>
            <a:r>
              <a:rPr sz="3450" b="1">
                <a:solidFill>
                  <a:srgbClr val="E3A64B"/>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E7F32565-A513-4FF9-8662-29B4C2859FBB}"/>
              </a:ext>
            </a:extLst>
          </p:cNvPr>
          <p:cNvSpPr>
            <a:spLocks xmlns:a="http://schemas.openxmlformats.org/drawingml/2006/main" noGrp="1"/>
          </p:cNvSpPr>
          <p:nvPr/>
        </p:nvSpPr>
        <p:spPr>
          <a:xfrm xmlns:a="http://schemas.openxmlformats.org/drawingml/2006/main">
            <a:off x="5038725" y="22479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DEV rolling-origin</a:t>
            </a:r>
          </a:p>
        </p:txBody>
      </p:sp>
      <p:sp>
        <p:nvSpPr>
          <p:cNvPr id="13" name="">
            <a:extLst xmlns:a="http://schemas.openxmlformats.org/drawingml/2006/main">
              <a:ext uri="{FF2B5EF4-FFF2-40B4-BE49-F238E27FC236}">
                <a16:creationId xmlns:a16="http://schemas.microsoft.com/office/drawing/2014/main" id="{52679441-6574-4276-B342-131461C0C6EF}"/>
              </a:ext>
            </a:extLst>
          </p:cNvPr>
          <p:cNvSpPr>
            <a:spLocks xmlns:a="http://schemas.openxmlformats.org/drawingml/2006/main" noGrp="1"/>
          </p:cNvSpPr>
          <p:nvPr/>
        </p:nvSpPr>
        <p:spPr>
          <a:xfrm xmlns:a="http://schemas.openxmlformats.org/drawingml/2006/main">
            <a:off x="5038725" y="2771775"/>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Train/validation theo thời gian; baseline cạnh mô hình</a:t>
            </a:r>
          </a:p>
        </p:txBody>
      </p:sp>
      <p:sp>
        <p:nvSpPr>
          <p:cNvPr id="14" name="">
            <a:extLst xmlns:a="http://schemas.openxmlformats.org/drawingml/2006/main">
              <a:ext uri="{FF2B5EF4-FFF2-40B4-BE49-F238E27FC236}">
                <a16:creationId xmlns:a16="http://schemas.microsoft.com/office/drawing/2014/main" id="{060C7246-0FC2-4DF7-BC3D-83E5C7A37C32}"/>
              </a:ext>
            </a:extLst>
          </p:cNvPr>
          <p:cNvSpPr>
            <a:spLocks xmlns:a="http://schemas.openxmlformats.org/drawingml/2006/main" noGrp="1"/>
          </p:cNvSpPr>
          <p:nvPr/>
        </p:nvSpPr>
        <p:spPr>
          <a:xfrm xmlns:a="http://schemas.openxmlformats.org/drawingml/2006/main">
            <a:off x="5038725" y="3857625"/>
            <a:ext cx="2562225" cy="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5" name="">
            <a:extLst xmlns:a="http://schemas.openxmlformats.org/drawingml/2006/main">
              <a:ext uri="{FF2B5EF4-FFF2-40B4-BE49-F238E27FC236}">
                <a16:creationId xmlns:a16="http://schemas.microsoft.com/office/drawing/2014/main" id="{EE233EF0-B240-441C-B267-F56B8D31E90D}"/>
              </a:ext>
            </a:extLst>
          </p:cNvPr>
          <p:cNvSpPr>
            <a:spLocks xmlns:a="http://schemas.openxmlformats.org/drawingml/2006/main" noGrp="1"/>
          </p:cNvSpPr>
          <p:nvPr/>
        </p:nvSpPr>
        <p:spPr>
          <a:xfrm xmlns:a="http://schemas.openxmlformats.org/drawingml/2006/main">
            <a:off x="7905750" y="2190750"/>
            <a:ext cx="49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450" b="1">
                <a:solidFill>
                  <a:srgbClr val="E3A64B"/>
                </a:solidFill>
                <a:latin typeface="Arial"/>
                <a:ea typeface="Arial"/>
                <a:cs typeface="Arial"/>
              </a:defRPr>
            </a:defPPr>
            <a:lvl1pPr algn="l">
              <a:defRPr sz="3450" b="1">
                <a:solidFill>
                  <a:srgbClr val="E3A64B"/>
                </a:solidFill>
                <a:latin typeface="Arial"/>
                <a:ea typeface="Arial"/>
                <a:cs typeface="Arial"/>
              </a:defRPr>
            </a:lvl1pPr>
            <a:lvl2pPr algn="l">
              <a:defRPr sz="3450" b="1">
                <a:solidFill>
                  <a:srgbClr val="E3A64B"/>
                </a:solidFill>
                <a:latin typeface="Arial"/>
                <a:ea typeface="Arial"/>
                <a:cs typeface="Arial"/>
              </a:defRPr>
            </a:lvl2pPr>
            <a:lvl3pPr algn="l">
              <a:defRPr sz="3450" b="1">
                <a:solidFill>
                  <a:srgbClr val="E3A64B"/>
                </a:solidFill>
                <a:latin typeface="Arial"/>
                <a:ea typeface="Arial"/>
                <a:cs typeface="Arial"/>
              </a:defRPr>
            </a:lvl3pPr>
            <a:lvl4pPr algn="l">
              <a:defRPr sz="3450" b="1">
                <a:solidFill>
                  <a:srgbClr val="E3A64B"/>
                </a:solidFill>
                <a:latin typeface="Arial"/>
                <a:ea typeface="Arial"/>
                <a:cs typeface="Arial"/>
              </a:defRPr>
            </a:lvl4pPr>
            <a:lvl5pPr algn="l">
              <a:defRPr sz="3450" b="1">
                <a:solidFill>
                  <a:srgbClr val="E3A64B"/>
                </a:solidFill>
                <a:latin typeface="Arial"/>
                <a:ea typeface="Arial"/>
                <a:cs typeface="Arial"/>
              </a:defRPr>
            </a:lvl5pPr>
            <a:lvl6pPr algn="l">
              <a:defRPr sz="3450" b="1">
                <a:solidFill>
                  <a:srgbClr val="E3A64B"/>
                </a:solidFill>
                <a:latin typeface="Arial"/>
                <a:ea typeface="Arial"/>
                <a:cs typeface="Arial"/>
              </a:defRPr>
            </a:lvl6pPr>
            <a:lvl7pPr algn="l">
              <a:defRPr sz="3450" b="1">
                <a:solidFill>
                  <a:srgbClr val="E3A64B"/>
                </a:solidFill>
                <a:latin typeface="Arial"/>
                <a:ea typeface="Arial"/>
                <a:cs typeface="Arial"/>
              </a:defRPr>
            </a:lvl7pPr>
            <a:lvl8pPr algn="l">
              <a:defRPr sz="3450" b="1">
                <a:solidFill>
                  <a:srgbClr val="E3A64B"/>
                </a:solidFill>
                <a:latin typeface="Arial"/>
                <a:ea typeface="Arial"/>
                <a:cs typeface="Arial"/>
              </a:defRPr>
            </a:lvl8pPr>
            <a:lvl9pPr algn="l">
              <a:defRPr sz="3450" b="1">
                <a:solidFill>
                  <a:srgbClr val="E3A64B"/>
                </a:solidFill>
                <a:latin typeface="Arial"/>
                <a:ea typeface="Arial"/>
                <a:cs typeface="Arial"/>
              </a:defRPr>
            </a:lvl9pPr>
          </a:lstStyle>
          <a:p xmlns:a="http://schemas.openxmlformats.org/drawingml/2006/main">
            <a:pPr algn="l">
              <a:defRPr sz="3450" b="1">
                <a:solidFill>
                  <a:srgbClr val="E3A64B"/>
                </a:solidFill>
                <a:latin typeface="Arial"/>
                <a:ea typeface="Arial"/>
                <a:cs typeface="Arial"/>
              </a:defRPr>
            </a:pPr>
            <a:r>
              <a:rPr sz="3450" b="1">
                <a:solidFill>
                  <a:srgbClr val="E3A64B"/>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2E1BFDD0-A837-4E3D-A6A5-D707CD181866}"/>
              </a:ext>
            </a:extLst>
          </p:cNvPr>
          <p:cNvSpPr>
            <a:spLocks xmlns:a="http://schemas.openxmlformats.org/drawingml/2006/main" noGrp="1"/>
          </p:cNvSpPr>
          <p:nvPr/>
        </p:nvSpPr>
        <p:spPr>
          <a:xfrm xmlns:a="http://schemas.openxmlformats.org/drawingml/2006/main">
            <a:off x="8524875" y="2247900"/>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Test holdout</a:t>
            </a:r>
          </a:p>
        </p:txBody>
      </p:sp>
      <p:sp>
        <p:nvSpPr>
          <p:cNvPr id="17" name="">
            <a:extLst xmlns:a="http://schemas.openxmlformats.org/drawingml/2006/main">
              <a:ext uri="{FF2B5EF4-FFF2-40B4-BE49-F238E27FC236}">
                <a16:creationId xmlns:a16="http://schemas.microsoft.com/office/drawing/2014/main" id="{CC77E91D-CF6A-4F54-8303-C44A4A3D6DF2}"/>
              </a:ext>
            </a:extLst>
          </p:cNvPr>
          <p:cNvSpPr>
            <a:spLocks xmlns:a="http://schemas.openxmlformats.org/drawingml/2006/main" noGrp="1"/>
          </p:cNvSpPr>
          <p:nvPr/>
        </p:nvSpPr>
        <p:spPr>
          <a:xfrm xmlns:a="http://schemas.openxmlformats.org/drawingml/2006/main">
            <a:off x="8524875" y="2771775"/>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5.169 khách; mở một lần; bootstrap theo khách</a:t>
            </a:r>
          </a:p>
        </p:txBody>
      </p:sp>
      <p:sp>
        <p:nvSpPr>
          <p:cNvPr id="18" name="">
            <a:extLst xmlns:a="http://schemas.openxmlformats.org/drawingml/2006/main">
              <a:ext uri="{FF2B5EF4-FFF2-40B4-BE49-F238E27FC236}">
                <a16:creationId xmlns:a16="http://schemas.microsoft.com/office/drawing/2014/main" id="{3B8F511A-164B-4774-A26C-84DA32A6D3EE}"/>
              </a:ext>
            </a:extLst>
          </p:cNvPr>
          <p:cNvSpPr>
            <a:spLocks xmlns:a="http://schemas.openxmlformats.org/drawingml/2006/main" noGrp="1"/>
          </p:cNvSpPr>
          <p:nvPr/>
        </p:nvSpPr>
        <p:spPr>
          <a:xfrm xmlns:a="http://schemas.openxmlformats.org/drawingml/2006/main">
            <a:off x="904875" y="4476750"/>
            <a:ext cx="10239375" cy="1066800"/>
          </a:xfrm>
          <a:prstGeom xmlns:a="http://schemas.openxmlformats.org/drawingml/2006/main" prst="rect">
            <a:avLst/>
          </a:prstGeom>
          <a:solidFill xmlns:a="http://schemas.openxmlformats.org/drawingml/2006/main">
            <a:srgbClr val="F2E8E1"/>
          </a:solidFill>
          <a:ln xmlns:a="http://schemas.openxmlformats.org/drawingml/2006/main" w="9525">
            <a:solidFill>
              <a:srgbClr val="E6C5B3"/>
            </a:solidFill>
            <a:prstDash val="solid"/>
          </a:ln>
        </p:spPr>
      </p:sp>
      <p:sp>
        <p:nvSpPr>
          <p:cNvPr id="19" name="">
            <a:extLst xmlns:a="http://schemas.openxmlformats.org/drawingml/2006/main">
              <a:ext uri="{FF2B5EF4-FFF2-40B4-BE49-F238E27FC236}">
                <a16:creationId xmlns:a16="http://schemas.microsoft.com/office/drawing/2014/main" id="{8D055C4C-C0C9-453D-99E9-BF462C0260DC}"/>
              </a:ext>
            </a:extLst>
          </p:cNvPr>
          <p:cNvSpPr>
            <a:spLocks xmlns:a="http://schemas.openxmlformats.org/drawingml/2006/main" noGrp="1"/>
          </p:cNvSpPr>
          <p:nvPr/>
        </p:nvSpPr>
        <p:spPr>
          <a:xfrm xmlns:a="http://schemas.openxmlformats.org/drawingml/2006/main">
            <a:off x="1143000" y="46482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A14633"/>
                </a:solidFill>
                <a:latin typeface="Arial"/>
                <a:ea typeface="Arial"/>
                <a:cs typeface="Arial"/>
              </a:defRPr>
            </a:defPPr>
            <a:lvl1pPr algn="l">
              <a:defRPr sz="1575" b="1">
                <a:solidFill>
                  <a:srgbClr val="A14633"/>
                </a:solidFill>
                <a:latin typeface="Arial"/>
                <a:ea typeface="Arial"/>
                <a:cs typeface="Arial"/>
              </a:defRPr>
            </a:lvl1pPr>
            <a:lvl2pPr algn="l">
              <a:defRPr sz="1575" b="1">
                <a:solidFill>
                  <a:srgbClr val="A14633"/>
                </a:solidFill>
                <a:latin typeface="Arial"/>
                <a:ea typeface="Arial"/>
                <a:cs typeface="Arial"/>
              </a:defRPr>
            </a:lvl2pPr>
            <a:lvl3pPr algn="l">
              <a:defRPr sz="1575" b="1">
                <a:solidFill>
                  <a:srgbClr val="A14633"/>
                </a:solidFill>
                <a:latin typeface="Arial"/>
                <a:ea typeface="Arial"/>
                <a:cs typeface="Arial"/>
              </a:defRPr>
            </a:lvl3pPr>
            <a:lvl4pPr algn="l">
              <a:defRPr sz="1575" b="1">
                <a:solidFill>
                  <a:srgbClr val="A14633"/>
                </a:solidFill>
                <a:latin typeface="Arial"/>
                <a:ea typeface="Arial"/>
                <a:cs typeface="Arial"/>
              </a:defRPr>
            </a:lvl4pPr>
            <a:lvl5pPr algn="l">
              <a:defRPr sz="1575" b="1">
                <a:solidFill>
                  <a:srgbClr val="A14633"/>
                </a:solidFill>
                <a:latin typeface="Arial"/>
                <a:ea typeface="Arial"/>
                <a:cs typeface="Arial"/>
              </a:defRPr>
            </a:lvl5pPr>
            <a:lvl6pPr algn="l">
              <a:defRPr sz="1575" b="1">
                <a:solidFill>
                  <a:srgbClr val="A14633"/>
                </a:solidFill>
                <a:latin typeface="Arial"/>
                <a:ea typeface="Arial"/>
                <a:cs typeface="Arial"/>
              </a:defRPr>
            </a:lvl6pPr>
            <a:lvl7pPr algn="l">
              <a:defRPr sz="1575" b="1">
                <a:solidFill>
                  <a:srgbClr val="A14633"/>
                </a:solidFill>
                <a:latin typeface="Arial"/>
                <a:ea typeface="Arial"/>
                <a:cs typeface="Arial"/>
              </a:defRPr>
            </a:lvl7pPr>
            <a:lvl8pPr algn="l">
              <a:defRPr sz="1575" b="1">
                <a:solidFill>
                  <a:srgbClr val="A14633"/>
                </a:solidFill>
                <a:latin typeface="Arial"/>
                <a:ea typeface="Arial"/>
                <a:cs typeface="Arial"/>
              </a:defRPr>
            </a:lvl8pPr>
            <a:lvl9pPr algn="l">
              <a:defRPr sz="1575" b="1">
                <a:solidFill>
                  <a:srgbClr val="A14633"/>
                </a:solidFill>
                <a:latin typeface="Arial"/>
                <a:ea typeface="Arial"/>
                <a:cs typeface="Arial"/>
              </a:defRPr>
            </a:lvl9pPr>
          </a:lstStyle>
          <a:p xmlns:a="http://schemas.openxmlformats.org/drawingml/2006/main">
            <a:pPr algn="l">
              <a:defRPr sz="1575" b="1">
                <a:solidFill>
                  <a:srgbClr val="A14633"/>
                </a:solidFill>
                <a:latin typeface="Arial"/>
                <a:ea typeface="Arial"/>
                <a:cs typeface="Arial"/>
              </a:defRPr>
            </a:pPr>
            <a:r>
              <a:rPr sz="1575" b="1">
                <a:solidFill>
                  <a:srgbClr val="A14633"/>
                </a:solidFill>
                <a:latin typeface="Arial"/>
                <a:ea typeface="Arial"/>
                <a:cs typeface="Arial"/>
              </a:rPr>
              <a:t>Caveat protocol</a:t>
            </a:r>
          </a:p>
        </p:txBody>
      </p:sp>
      <p:sp>
        <p:nvSpPr>
          <p:cNvPr id="20" name="">
            <a:extLst xmlns:a="http://schemas.openxmlformats.org/drawingml/2006/main">
              <a:ext uri="{FF2B5EF4-FFF2-40B4-BE49-F238E27FC236}">
                <a16:creationId xmlns:a16="http://schemas.microsoft.com/office/drawing/2014/main" id="{5012C9BD-EC7F-4EE2-83AD-F812404472EF}"/>
              </a:ext>
            </a:extLst>
          </p:cNvPr>
          <p:cNvSpPr>
            <a:spLocks xmlns:a="http://schemas.openxmlformats.org/drawingml/2006/main" noGrp="1"/>
          </p:cNvSpPr>
          <p:nvPr/>
        </p:nvSpPr>
        <p:spPr>
          <a:xfrm xmlns:a="http://schemas.openxmlformats.org/drawingml/2006/main">
            <a:off x="1143000" y="504825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Cấu hình ghi &gt;T; evaluator dùng [T,end), gồm ngày T. Ảnh hưởng chưa xác định.</a:t>
            </a:r>
          </a:p>
        </p:txBody>
      </p:sp>
    </p:spTree>
    <p:extLst>
      <p:ext uri="{BB962C8B-B14F-4D97-AF65-F5344CB8AC3E}">
        <p14:creationId xmlns:p14="http://schemas.microsoft.com/office/powerpoint/2010/main" val="201678351"/>
      </p:ext>
    </p:extLst>
  </p:cSld>
</p:sld>
</file>

<file path=ppt/slides/slide10.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FDA052D-7D50-4CA4-9770-EBECF1E23357}"/>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B910A05A-05B7-4B3E-9A45-1300F52B1B3E}"/>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GIỎ HÀNG</a:t>
            </a:r>
          </a:p>
        </p:txBody>
      </p:sp>
      <p:sp>
        <p:nvSpPr>
          <p:cNvPr id="3" name="">
            <a:extLst xmlns:a="http://schemas.openxmlformats.org/drawingml/2006/main">
              <a:ext uri="{FF2B5EF4-FFF2-40B4-BE49-F238E27FC236}">
                <a16:creationId xmlns:a16="http://schemas.microsoft.com/office/drawing/2014/main" id="{BC91A319-E6B4-4F21-AC2B-8B35C1DABBDD}"/>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Bộ lọc DEV giữ lại một giả thuyết combo</a:t>
            </a:r>
          </a:p>
        </p:txBody>
      </p:sp>
      <p:sp>
        <p:nvSpPr>
          <p:cNvPr id="4" name="">
            <a:extLst xmlns:a="http://schemas.openxmlformats.org/drawingml/2006/main">
              <a:ext uri="{FF2B5EF4-FFF2-40B4-BE49-F238E27FC236}">
                <a16:creationId xmlns:a16="http://schemas.microsoft.com/office/drawing/2014/main" id="{FD602756-08BC-4D9A-B57F-D4716AE3323F}"/>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FCD6715C-82EB-4DCF-8664-EF081DD48BB1}"/>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35B9CB83-0019-4B7D-B1DB-101AF6A1F66F}"/>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A8F5A84F-F9CA-428F-8A4C-29E9DCFA84FA}"/>
              </a:ext>
            </a:extLst>
          </p:cNvPr>
          <p:cNvSpPr>
            <a:spLocks xmlns:a="http://schemas.openxmlformats.org/drawingml/2006/main" noGrp="1"/>
          </p:cNvSpPr>
          <p:nvPr/>
        </p:nvSpPr>
        <p:spPr>
          <a:xfrm xmlns:a="http://schemas.openxmlformats.org/drawingml/2006/main">
            <a:off x="952500" y="2619375"/>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83D36"/>
                </a:solidFill>
                <a:latin typeface="Arial"/>
                <a:ea typeface="Arial"/>
                <a:cs typeface="Arial"/>
              </a:defRPr>
            </a:defPPr>
            <a:lvl1pPr algn="l">
              <a:defRPr sz="3300" b="1">
                <a:solidFill>
                  <a:srgbClr val="183D36"/>
                </a:solidFill>
                <a:latin typeface="Arial"/>
                <a:ea typeface="Arial"/>
                <a:cs typeface="Arial"/>
              </a:defRPr>
            </a:lvl1pPr>
            <a:lvl2pPr algn="l">
              <a:defRPr sz="3300" b="1">
                <a:solidFill>
                  <a:srgbClr val="183D36"/>
                </a:solidFill>
                <a:latin typeface="Arial"/>
                <a:ea typeface="Arial"/>
                <a:cs typeface="Arial"/>
              </a:defRPr>
            </a:lvl2pPr>
            <a:lvl3pPr algn="l">
              <a:defRPr sz="3300" b="1">
                <a:solidFill>
                  <a:srgbClr val="183D36"/>
                </a:solidFill>
                <a:latin typeface="Arial"/>
                <a:ea typeface="Arial"/>
                <a:cs typeface="Arial"/>
              </a:defRPr>
            </a:lvl3pPr>
            <a:lvl4pPr algn="l">
              <a:defRPr sz="3300" b="1">
                <a:solidFill>
                  <a:srgbClr val="183D36"/>
                </a:solidFill>
                <a:latin typeface="Arial"/>
                <a:ea typeface="Arial"/>
                <a:cs typeface="Arial"/>
              </a:defRPr>
            </a:lvl4pPr>
            <a:lvl5pPr algn="l">
              <a:defRPr sz="3300" b="1">
                <a:solidFill>
                  <a:srgbClr val="183D36"/>
                </a:solidFill>
                <a:latin typeface="Arial"/>
                <a:ea typeface="Arial"/>
                <a:cs typeface="Arial"/>
              </a:defRPr>
            </a:lvl5pPr>
            <a:lvl6pPr algn="l">
              <a:defRPr sz="3300" b="1">
                <a:solidFill>
                  <a:srgbClr val="183D36"/>
                </a:solidFill>
                <a:latin typeface="Arial"/>
                <a:ea typeface="Arial"/>
                <a:cs typeface="Arial"/>
              </a:defRPr>
            </a:lvl6pPr>
            <a:lvl7pPr algn="l">
              <a:defRPr sz="3300" b="1">
                <a:solidFill>
                  <a:srgbClr val="183D36"/>
                </a:solidFill>
                <a:latin typeface="Arial"/>
                <a:ea typeface="Arial"/>
                <a:cs typeface="Arial"/>
              </a:defRPr>
            </a:lvl7pPr>
            <a:lvl8pPr algn="l">
              <a:defRPr sz="3300" b="1">
                <a:solidFill>
                  <a:srgbClr val="183D36"/>
                </a:solidFill>
                <a:latin typeface="Arial"/>
                <a:ea typeface="Arial"/>
                <a:cs typeface="Arial"/>
              </a:defRPr>
            </a:lvl8pPr>
            <a:lvl9pPr algn="l">
              <a:defRPr sz="3300" b="1">
                <a:solidFill>
                  <a:srgbClr val="183D36"/>
                </a:solidFill>
                <a:latin typeface="Arial"/>
                <a:ea typeface="Arial"/>
                <a:cs typeface="Arial"/>
              </a:defRPr>
            </a:lvl9pPr>
          </a:lstStyle>
          <a:p xmlns:a="http://schemas.openxmlformats.org/drawingml/2006/main">
            <a:pPr algn="l">
              <a:defRPr sz="3300" b="1">
                <a:solidFill>
                  <a:srgbClr val="183D36"/>
                </a:solidFill>
                <a:latin typeface="Arial"/>
                <a:ea typeface="Arial"/>
                <a:cs typeface="Arial"/>
              </a:defRPr>
            </a:pPr>
            <a:r>
              <a:rPr sz="3300" b="1">
                <a:solidFill>
                  <a:srgbClr val="183D36"/>
                </a:solidFill>
                <a:latin typeface="Arial"/>
                <a:ea typeface="Arial"/>
                <a:cs typeface="Arial"/>
              </a:rPr>
              <a:t>24</a:t>
            </a:r>
          </a:p>
        </p:txBody>
      </p:sp>
      <p:sp>
        <p:nvSpPr>
          <p:cNvPr id="8" name="">
            <a:extLst xmlns:a="http://schemas.openxmlformats.org/drawingml/2006/main">
              <a:ext uri="{FF2B5EF4-FFF2-40B4-BE49-F238E27FC236}">
                <a16:creationId xmlns:a16="http://schemas.microsoft.com/office/drawing/2014/main" id="{B4C3DEA8-3491-4C0B-98CE-E3823DB035CE}"/>
              </a:ext>
            </a:extLst>
          </p:cNvPr>
          <p:cNvSpPr>
            <a:spLocks xmlns:a="http://schemas.openxmlformats.org/drawingml/2006/main" noGrp="1"/>
          </p:cNvSpPr>
          <p:nvPr/>
        </p:nvSpPr>
        <p:spPr>
          <a:xfrm xmlns:a="http://schemas.openxmlformats.org/drawingml/2006/main">
            <a:off x="952500" y="32861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cặp đã khóa</a:t>
            </a:r>
          </a:p>
        </p:txBody>
      </p:sp>
      <p:sp>
        <p:nvSpPr>
          <p:cNvPr id="9" name="">
            <a:extLst xmlns:a="http://schemas.openxmlformats.org/drawingml/2006/main">
              <a:ext uri="{FF2B5EF4-FFF2-40B4-BE49-F238E27FC236}">
                <a16:creationId xmlns:a16="http://schemas.microsoft.com/office/drawing/2014/main" id="{78090968-3139-447D-9564-B25E59056C5F}"/>
              </a:ext>
            </a:extLst>
          </p:cNvPr>
          <p:cNvSpPr>
            <a:spLocks xmlns:a="http://schemas.openxmlformats.org/drawingml/2006/main" noGrp="1"/>
          </p:cNvSpPr>
          <p:nvPr/>
        </p:nvSpPr>
        <p:spPr>
          <a:xfrm xmlns:a="http://schemas.openxmlformats.org/drawingml/2006/main">
            <a:off x="3524250" y="2619375"/>
            <a:ext cx="1428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300" b="1">
                <a:solidFill>
                  <a:srgbClr val="176B87"/>
                </a:solidFill>
                <a:latin typeface="Arial"/>
                <a:ea typeface="Arial"/>
                <a:cs typeface="Arial"/>
              </a:defRPr>
            </a:defPPr>
            <a:lvl1pPr algn="l">
              <a:defRPr sz="3300" b="1">
                <a:solidFill>
                  <a:srgbClr val="176B87"/>
                </a:solidFill>
                <a:latin typeface="Arial"/>
                <a:ea typeface="Arial"/>
                <a:cs typeface="Arial"/>
              </a:defRPr>
            </a:lvl1pPr>
            <a:lvl2pPr algn="l">
              <a:defRPr sz="3300" b="1">
                <a:solidFill>
                  <a:srgbClr val="176B87"/>
                </a:solidFill>
                <a:latin typeface="Arial"/>
                <a:ea typeface="Arial"/>
                <a:cs typeface="Arial"/>
              </a:defRPr>
            </a:lvl2pPr>
            <a:lvl3pPr algn="l">
              <a:defRPr sz="3300" b="1">
                <a:solidFill>
                  <a:srgbClr val="176B87"/>
                </a:solidFill>
                <a:latin typeface="Arial"/>
                <a:ea typeface="Arial"/>
                <a:cs typeface="Arial"/>
              </a:defRPr>
            </a:lvl3pPr>
            <a:lvl4pPr algn="l">
              <a:defRPr sz="3300" b="1">
                <a:solidFill>
                  <a:srgbClr val="176B87"/>
                </a:solidFill>
                <a:latin typeface="Arial"/>
                <a:ea typeface="Arial"/>
                <a:cs typeface="Arial"/>
              </a:defRPr>
            </a:lvl4pPr>
            <a:lvl5pPr algn="l">
              <a:defRPr sz="3300" b="1">
                <a:solidFill>
                  <a:srgbClr val="176B87"/>
                </a:solidFill>
                <a:latin typeface="Arial"/>
                <a:ea typeface="Arial"/>
                <a:cs typeface="Arial"/>
              </a:defRPr>
            </a:lvl5pPr>
            <a:lvl6pPr algn="l">
              <a:defRPr sz="3300" b="1">
                <a:solidFill>
                  <a:srgbClr val="176B87"/>
                </a:solidFill>
                <a:latin typeface="Arial"/>
                <a:ea typeface="Arial"/>
                <a:cs typeface="Arial"/>
              </a:defRPr>
            </a:lvl6pPr>
            <a:lvl7pPr algn="l">
              <a:defRPr sz="3300" b="1">
                <a:solidFill>
                  <a:srgbClr val="176B87"/>
                </a:solidFill>
                <a:latin typeface="Arial"/>
                <a:ea typeface="Arial"/>
                <a:cs typeface="Arial"/>
              </a:defRPr>
            </a:lvl7pPr>
            <a:lvl8pPr algn="l">
              <a:defRPr sz="3300" b="1">
                <a:solidFill>
                  <a:srgbClr val="176B87"/>
                </a:solidFill>
                <a:latin typeface="Arial"/>
                <a:ea typeface="Arial"/>
                <a:cs typeface="Arial"/>
              </a:defRPr>
            </a:lvl8pPr>
            <a:lvl9pPr algn="l">
              <a:defRPr sz="3300" b="1">
                <a:solidFill>
                  <a:srgbClr val="176B87"/>
                </a:solidFill>
                <a:latin typeface="Arial"/>
                <a:ea typeface="Arial"/>
                <a:cs typeface="Arial"/>
              </a:defRPr>
            </a:lvl9pPr>
          </a:lstStyle>
          <a:p xmlns:a="http://schemas.openxmlformats.org/drawingml/2006/main">
            <a:pPr algn="l">
              <a:defRPr sz="3300" b="1">
                <a:solidFill>
                  <a:srgbClr val="176B87"/>
                </a:solidFill>
                <a:latin typeface="Arial"/>
                <a:ea typeface="Arial"/>
                <a:cs typeface="Arial"/>
              </a:defRPr>
            </a:pPr>
            <a:r>
              <a:rPr sz="3300" b="1">
                <a:solidFill>
                  <a:srgbClr val="176B87"/>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32418A45-1F69-41D5-8F2F-28B24F5407AF}"/>
              </a:ext>
            </a:extLst>
          </p:cNvPr>
          <p:cNvSpPr>
            <a:spLocks xmlns:a="http://schemas.openxmlformats.org/drawingml/2006/main" noGrp="1"/>
          </p:cNvSpPr>
          <p:nvPr/>
        </p:nvSpPr>
        <p:spPr>
          <a:xfrm xmlns:a="http://schemas.openxmlformats.org/drawingml/2006/main">
            <a:off x="3524250" y="328612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qua lọc DEV F3</a:t>
            </a:r>
          </a:p>
        </p:txBody>
      </p:sp>
      <p:sp>
        <p:nvSpPr>
          <p:cNvPr id="11" name="">
            <a:extLst xmlns:a="http://schemas.openxmlformats.org/drawingml/2006/main">
              <a:ext uri="{FF2B5EF4-FFF2-40B4-BE49-F238E27FC236}">
                <a16:creationId xmlns:a16="http://schemas.microsoft.com/office/drawing/2014/main" id="{B393F849-5A96-41CB-8823-BDC6DB1ACBE3}"/>
              </a:ext>
            </a:extLst>
          </p:cNvPr>
          <p:cNvSpPr>
            <a:spLocks xmlns:a="http://schemas.openxmlformats.org/drawingml/2006/main" noGrp="1"/>
          </p:cNvSpPr>
          <p:nvPr/>
        </p:nvSpPr>
        <p:spPr>
          <a:xfrm xmlns:a="http://schemas.openxmlformats.org/drawingml/2006/main">
            <a:off x="952500" y="419100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000" b="1">
                <a:solidFill>
                  <a:srgbClr val="E3A64B"/>
                </a:solidFill>
                <a:latin typeface="Arial"/>
                <a:ea typeface="Arial"/>
                <a:cs typeface="Arial"/>
              </a:defRPr>
            </a:defPPr>
            <a:lvl1pPr algn="l">
              <a:defRPr sz="3000" b="1">
                <a:solidFill>
                  <a:srgbClr val="E3A64B"/>
                </a:solidFill>
                <a:latin typeface="Arial"/>
                <a:ea typeface="Arial"/>
                <a:cs typeface="Arial"/>
              </a:defRPr>
            </a:lvl1pPr>
            <a:lvl2pPr algn="l">
              <a:defRPr sz="3000" b="1">
                <a:solidFill>
                  <a:srgbClr val="E3A64B"/>
                </a:solidFill>
                <a:latin typeface="Arial"/>
                <a:ea typeface="Arial"/>
                <a:cs typeface="Arial"/>
              </a:defRPr>
            </a:lvl2pPr>
            <a:lvl3pPr algn="l">
              <a:defRPr sz="3000" b="1">
                <a:solidFill>
                  <a:srgbClr val="E3A64B"/>
                </a:solidFill>
                <a:latin typeface="Arial"/>
                <a:ea typeface="Arial"/>
                <a:cs typeface="Arial"/>
              </a:defRPr>
            </a:lvl3pPr>
            <a:lvl4pPr algn="l">
              <a:defRPr sz="3000" b="1">
                <a:solidFill>
                  <a:srgbClr val="E3A64B"/>
                </a:solidFill>
                <a:latin typeface="Arial"/>
                <a:ea typeface="Arial"/>
                <a:cs typeface="Arial"/>
              </a:defRPr>
            </a:lvl4pPr>
            <a:lvl5pPr algn="l">
              <a:defRPr sz="3000" b="1">
                <a:solidFill>
                  <a:srgbClr val="E3A64B"/>
                </a:solidFill>
                <a:latin typeface="Arial"/>
                <a:ea typeface="Arial"/>
                <a:cs typeface="Arial"/>
              </a:defRPr>
            </a:lvl5pPr>
            <a:lvl6pPr algn="l">
              <a:defRPr sz="3000" b="1">
                <a:solidFill>
                  <a:srgbClr val="E3A64B"/>
                </a:solidFill>
                <a:latin typeface="Arial"/>
                <a:ea typeface="Arial"/>
                <a:cs typeface="Arial"/>
              </a:defRPr>
            </a:lvl6pPr>
            <a:lvl7pPr algn="l">
              <a:defRPr sz="3000" b="1">
                <a:solidFill>
                  <a:srgbClr val="E3A64B"/>
                </a:solidFill>
                <a:latin typeface="Arial"/>
                <a:ea typeface="Arial"/>
                <a:cs typeface="Arial"/>
              </a:defRPr>
            </a:lvl7pPr>
            <a:lvl8pPr algn="l">
              <a:defRPr sz="3000" b="1">
                <a:solidFill>
                  <a:srgbClr val="E3A64B"/>
                </a:solidFill>
                <a:latin typeface="Arial"/>
                <a:ea typeface="Arial"/>
                <a:cs typeface="Arial"/>
              </a:defRPr>
            </a:lvl8pPr>
            <a:lvl9pPr algn="l">
              <a:defRPr sz="3000" b="1">
                <a:solidFill>
                  <a:srgbClr val="E3A64B"/>
                </a:solidFill>
                <a:latin typeface="Arial"/>
                <a:ea typeface="Arial"/>
                <a:cs typeface="Arial"/>
              </a:defRPr>
            </a:lvl9pPr>
          </a:lstStyle>
          <a:p xmlns:a="http://schemas.openxmlformats.org/drawingml/2006/main">
            <a:pPr algn="l">
              <a:defRPr sz="3000" b="1">
                <a:solidFill>
                  <a:srgbClr val="E3A64B"/>
                </a:solidFill>
                <a:latin typeface="Arial"/>
                <a:ea typeface="Arial"/>
                <a:cs typeface="Arial"/>
              </a:defRPr>
            </a:pPr>
            <a:r>
              <a:rPr sz="3000" b="1">
                <a:solidFill>
                  <a:srgbClr val="E3A64B"/>
                </a:solidFill>
                <a:latin typeface="Arial"/>
                <a:ea typeface="Arial"/>
                <a:cs typeface="Arial"/>
              </a:rPr>
              <a:t>21 / 24</a:t>
            </a:r>
          </a:p>
        </p:txBody>
      </p:sp>
      <p:sp>
        <p:nvSpPr>
          <p:cNvPr id="12" name="">
            <a:extLst xmlns:a="http://schemas.openxmlformats.org/drawingml/2006/main">
              <a:ext uri="{FF2B5EF4-FFF2-40B4-BE49-F238E27FC236}">
                <a16:creationId xmlns:a16="http://schemas.microsoft.com/office/drawing/2014/main" id="{44AA23C9-D548-4294-8B1F-CE920C98B9A0}"/>
              </a:ext>
            </a:extLst>
          </p:cNvPr>
          <p:cNvSpPr>
            <a:spLocks xmlns:a="http://schemas.openxmlformats.org/drawingml/2006/main" noGrp="1"/>
          </p:cNvSpPr>
          <p:nvPr/>
        </p:nvSpPr>
        <p:spPr>
          <a:xfrm xmlns:a="http://schemas.openxmlformats.org/drawingml/2006/main">
            <a:off x="952500" y="4857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lift &gt; 1 trong test</a:t>
            </a:r>
          </a:p>
        </p:txBody>
      </p:sp>
      <p:sp>
        <p:nvSpPr>
          <p:cNvPr id="13" name="">
            <a:extLst xmlns:a="http://schemas.openxmlformats.org/drawingml/2006/main">
              <a:ext uri="{FF2B5EF4-FFF2-40B4-BE49-F238E27FC236}">
                <a16:creationId xmlns:a16="http://schemas.microsoft.com/office/drawing/2014/main" id="{9267A9BA-56B8-4190-9410-E3ABAE6B173A}"/>
              </a:ext>
            </a:extLst>
          </p:cNvPr>
          <p:cNvSpPr>
            <a:spLocks xmlns:a="http://schemas.openxmlformats.org/drawingml/2006/main" noGrp="1"/>
          </p:cNvSpPr>
          <p:nvPr/>
        </p:nvSpPr>
        <p:spPr>
          <a:xfrm xmlns:a="http://schemas.openxmlformats.org/drawingml/2006/main">
            <a:off x="7334250" y="2428875"/>
            <a:ext cx="381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950" b="1">
                <a:solidFill>
                  <a:srgbClr val="183D36"/>
                </a:solidFill>
                <a:latin typeface="Arial"/>
                <a:ea typeface="Arial"/>
                <a:cs typeface="Arial"/>
              </a:defRPr>
            </a:defPPr>
            <a:lvl1pPr algn="l">
              <a:defRPr sz="1950" b="1">
                <a:solidFill>
                  <a:srgbClr val="183D36"/>
                </a:solidFill>
                <a:latin typeface="Arial"/>
                <a:ea typeface="Arial"/>
                <a:cs typeface="Arial"/>
              </a:defRPr>
            </a:lvl1pPr>
            <a:lvl2pPr algn="l">
              <a:defRPr sz="1950" b="1">
                <a:solidFill>
                  <a:srgbClr val="183D36"/>
                </a:solidFill>
                <a:latin typeface="Arial"/>
                <a:ea typeface="Arial"/>
                <a:cs typeface="Arial"/>
              </a:defRPr>
            </a:lvl2pPr>
            <a:lvl3pPr algn="l">
              <a:defRPr sz="1950" b="1">
                <a:solidFill>
                  <a:srgbClr val="183D36"/>
                </a:solidFill>
                <a:latin typeface="Arial"/>
                <a:ea typeface="Arial"/>
                <a:cs typeface="Arial"/>
              </a:defRPr>
            </a:lvl3pPr>
            <a:lvl4pPr algn="l">
              <a:defRPr sz="1950" b="1">
                <a:solidFill>
                  <a:srgbClr val="183D36"/>
                </a:solidFill>
                <a:latin typeface="Arial"/>
                <a:ea typeface="Arial"/>
                <a:cs typeface="Arial"/>
              </a:defRPr>
            </a:lvl4pPr>
            <a:lvl5pPr algn="l">
              <a:defRPr sz="1950" b="1">
                <a:solidFill>
                  <a:srgbClr val="183D36"/>
                </a:solidFill>
                <a:latin typeface="Arial"/>
                <a:ea typeface="Arial"/>
                <a:cs typeface="Arial"/>
              </a:defRPr>
            </a:lvl5pPr>
            <a:lvl6pPr algn="l">
              <a:defRPr sz="1950" b="1">
                <a:solidFill>
                  <a:srgbClr val="183D36"/>
                </a:solidFill>
                <a:latin typeface="Arial"/>
                <a:ea typeface="Arial"/>
                <a:cs typeface="Arial"/>
              </a:defRPr>
            </a:lvl6pPr>
            <a:lvl7pPr algn="l">
              <a:defRPr sz="1950" b="1">
                <a:solidFill>
                  <a:srgbClr val="183D36"/>
                </a:solidFill>
                <a:latin typeface="Arial"/>
                <a:ea typeface="Arial"/>
                <a:cs typeface="Arial"/>
              </a:defRPr>
            </a:lvl7pPr>
            <a:lvl8pPr algn="l">
              <a:defRPr sz="1950" b="1">
                <a:solidFill>
                  <a:srgbClr val="183D36"/>
                </a:solidFill>
                <a:latin typeface="Arial"/>
                <a:ea typeface="Arial"/>
                <a:cs typeface="Arial"/>
              </a:defRPr>
            </a:lvl8pPr>
            <a:lvl9pPr algn="l">
              <a:defRPr sz="1950" b="1">
                <a:solidFill>
                  <a:srgbClr val="183D36"/>
                </a:solidFill>
                <a:latin typeface="Arial"/>
                <a:ea typeface="Arial"/>
                <a:cs typeface="Arial"/>
              </a:defRPr>
            </a:lvl9pPr>
          </a:lstStyle>
          <a:p xmlns:a="http://schemas.openxmlformats.org/drawingml/2006/main">
            <a:pPr algn="l">
              <a:defRPr sz="1950" b="1">
                <a:solidFill>
                  <a:srgbClr val="183D36"/>
                </a:solidFill>
                <a:latin typeface="Arial"/>
                <a:ea typeface="Arial"/>
                <a:cs typeface="Arial"/>
              </a:defRPr>
            </a:pPr>
            <a:r>
              <a:rPr sz="1950" b="1">
                <a:solidFill>
                  <a:srgbClr val="183D36"/>
                </a:solidFill>
                <a:latin typeface="Arial"/>
                <a:ea typeface="Arial"/>
                <a:cs typeface="Arial"/>
              </a:rPr>
              <a:t>Lift, confidence, support</a:t>
            </a:r>
          </a:p>
        </p:txBody>
      </p:sp>
      <p:sp>
        <p:nvSpPr>
          <p:cNvPr id="14" name="">
            <a:extLst xmlns:a="http://schemas.openxmlformats.org/drawingml/2006/main">
              <a:ext uri="{FF2B5EF4-FFF2-40B4-BE49-F238E27FC236}">
                <a16:creationId xmlns:a16="http://schemas.microsoft.com/office/drawing/2014/main" id="{F7B9075D-A3CD-4845-8CE6-2B555E823D8B}"/>
              </a:ext>
            </a:extLst>
          </p:cNvPr>
          <p:cNvSpPr>
            <a:spLocks xmlns:a="http://schemas.openxmlformats.org/drawingml/2006/main" noGrp="1"/>
          </p:cNvSpPr>
          <p:nvPr/>
        </p:nvSpPr>
        <p:spPr>
          <a:xfrm xmlns:a="http://schemas.openxmlformats.org/drawingml/2006/main">
            <a:off x="7334250" y="3000375"/>
            <a:ext cx="3524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Đo đồng xuất hiện trong giỏ. Không cho biết sản phẩm gây ra việc mua món còn lại.</a:t>
            </a:r>
          </a:p>
        </p:txBody>
      </p:sp>
      <p:sp>
        <p:nvSpPr>
          <p:cNvPr id="15" name="">
            <a:extLst xmlns:a="http://schemas.openxmlformats.org/drawingml/2006/main">
              <a:ext uri="{FF2B5EF4-FFF2-40B4-BE49-F238E27FC236}">
                <a16:creationId xmlns:a16="http://schemas.microsoft.com/office/drawing/2014/main" id="{EDA17AE8-8FE8-406A-AC40-72B4A3AA6CC3}"/>
              </a:ext>
            </a:extLst>
          </p:cNvPr>
          <p:cNvSpPr>
            <a:spLocks xmlns:a="http://schemas.openxmlformats.org/drawingml/2006/main" noGrp="1"/>
          </p:cNvSpPr>
          <p:nvPr/>
        </p:nvSpPr>
        <p:spPr>
          <a:xfrm xmlns:a="http://schemas.openxmlformats.org/drawingml/2006/main">
            <a:off x="7334250" y="433387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A14633"/>
                </a:solidFill>
                <a:latin typeface="Arial"/>
                <a:ea typeface="Arial"/>
                <a:cs typeface="Arial"/>
              </a:defRPr>
            </a:defPPr>
            <a:lvl1pPr algn="l">
              <a:defRPr sz="1800" b="1">
                <a:solidFill>
                  <a:srgbClr val="A14633"/>
                </a:solidFill>
                <a:latin typeface="Arial"/>
                <a:ea typeface="Arial"/>
                <a:cs typeface="Arial"/>
              </a:defRPr>
            </a:lvl1pPr>
            <a:lvl2pPr algn="l">
              <a:defRPr sz="1800" b="1">
                <a:solidFill>
                  <a:srgbClr val="A14633"/>
                </a:solidFill>
                <a:latin typeface="Arial"/>
                <a:ea typeface="Arial"/>
                <a:cs typeface="Arial"/>
              </a:defRPr>
            </a:lvl2pPr>
            <a:lvl3pPr algn="l">
              <a:defRPr sz="1800" b="1">
                <a:solidFill>
                  <a:srgbClr val="A14633"/>
                </a:solidFill>
                <a:latin typeface="Arial"/>
                <a:ea typeface="Arial"/>
                <a:cs typeface="Arial"/>
              </a:defRPr>
            </a:lvl3pPr>
            <a:lvl4pPr algn="l">
              <a:defRPr sz="1800" b="1">
                <a:solidFill>
                  <a:srgbClr val="A14633"/>
                </a:solidFill>
                <a:latin typeface="Arial"/>
                <a:ea typeface="Arial"/>
                <a:cs typeface="Arial"/>
              </a:defRPr>
            </a:lvl4pPr>
            <a:lvl5pPr algn="l">
              <a:defRPr sz="1800" b="1">
                <a:solidFill>
                  <a:srgbClr val="A14633"/>
                </a:solidFill>
                <a:latin typeface="Arial"/>
                <a:ea typeface="Arial"/>
                <a:cs typeface="Arial"/>
              </a:defRPr>
            </a:lvl5pPr>
            <a:lvl6pPr algn="l">
              <a:defRPr sz="1800" b="1">
                <a:solidFill>
                  <a:srgbClr val="A14633"/>
                </a:solidFill>
                <a:latin typeface="Arial"/>
                <a:ea typeface="Arial"/>
                <a:cs typeface="Arial"/>
              </a:defRPr>
            </a:lvl6pPr>
            <a:lvl7pPr algn="l">
              <a:defRPr sz="1800" b="1">
                <a:solidFill>
                  <a:srgbClr val="A14633"/>
                </a:solidFill>
                <a:latin typeface="Arial"/>
                <a:ea typeface="Arial"/>
                <a:cs typeface="Arial"/>
              </a:defRPr>
            </a:lvl7pPr>
            <a:lvl8pPr algn="l">
              <a:defRPr sz="1800" b="1">
                <a:solidFill>
                  <a:srgbClr val="A14633"/>
                </a:solidFill>
                <a:latin typeface="Arial"/>
                <a:ea typeface="Arial"/>
                <a:cs typeface="Arial"/>
              </a:defRPr>
            </a:lvl8pPr>
            <a:lvl9pPr algn="l">
              <a:defRPr sz="1800" b="1">
                <a:solidFill>
                  <a:srgbClr val="A14633"/>
                </a:solidFill>
                <a:latin typeface="Arial"/>
                <a:ea typeface="Arial"/>
                <a:cs typeface="Arial"/>
              </a:defRPr>
            </a:lvl9pPr>
          </a:lstStyle>
          <a:p xmlns:a="http://schemas.openxmlformats.org/drawingml/2006/main">
            <a:pPr algn="l">
              <a:defRPr sz="1800" b="1">
                <a:solidFill>
                  <a:srgbClr val="A14633"/>
                </a:solidFill>
                <a:latin typeface="Arial"/>
                <a:ea typeface="Arial"/>
                <a:cs typeface="Arial"/>
              </a:defRPr>
            </a:pPr>
            <a:r>
              <a:rPr sz="1800" b="1">
                <a:solidFill>
                  <a:srgbClr val="A14633"/>
                </a:solidFill>
                <a:latin typeface="Arial"/>
                <a:ea typeface="Arial"/>
                <a:cs typeface="Arial"/>
              </a:rPr>
              <a:t>Thiếu giá vốn và tồn kho</a:t>
            </a:r>
          </a:p>
        </p:txBody>
      </p:sp>
      <p:sp>
        <p:nvSpPr>
          <p:cNvPr id="16" name="">
            <a:extLst xmlns:a="http://schemas.openxmlformats.org/drawingml/2006/main">
              <a:ext uri="{FF2B5EF4-FFF2-40B4-BE49-F238E27FC236}">
                <a16:creationId xmlns:a16="http://schemas.microsoft.com/office/drawing/2014/main" id="{6394A5B2-A2D4-40E8-898A-EB3078025E4C}"/>
              </a:ext>
            </a:extLst>
          </p:cNvPr>
          <p:cNvSpPr>
            <a:spLocks xmlns:a="http://schemas.openxmlformats.org/drawingml/2006/main" noGrp="1"/>
          </p:cNvSpPr>
          <p:nvPr/>
        </p:nvSpPr>
        <p:spPr>
          <a:xfrm xmlns:a="http://schemas.openxmlformats.org/drawingml/2006/main">
            <a:off x="7334250" y="4829175"/>
            <a:ext cx="3524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Chưa tính margin, giá giảm hay hòa vốn.</a:t>
            </a:r>
          </a:p>
        </p:txBody>
      </p:sp>
    </p:spTree>
    <p:extLst>
      <p:ext uri="{BB962C8B-B14F-4D97-AF65-F5344CB8AC3E}">
        <p14:creationId xmlns:p14="http://schemas.microsoft.com/office/powerpoint/2010/main" val="303782265"/>
      </p:ext>
    </p:extLst>
  </p:cSld>
</p:sld>
</file>

<file path=ppt/slides/slide11.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D6BE73C-38C8-47B8-B25A-44261FD2A96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0EF92524-FF91-48BB-9798-F29E109B96E3}"/>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BÀI TOÁN C</a:t>
            </a:r>
          </a:p>
        </p:txBody>
      </p:sp>
      <p:sp>
        <p:nvSpPr>
          <p:cNvPr id="3" name="">
            <a:extLst xmlns:a="http://schemas.openxmlformats.org/drawingml/2006/main">
              <a:ext uri="{FF2B5EF4-FFF2-40B4-BE49-F238E27FC236}">
                <a16:creationId xmlns:a16="http://schemas.microsoft.com/office/drawing/2014/main" id="{F0BAB49E-4A09-42D3-9672-69A3C4136993}"/>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Bài toán phản hồi đang chờ dữ liệu có nhãn</a:t>
            </a:r>
          </a:p>
        </p:txBody>
      </p:sp>
      <p:sp>
        <p:nvSpPr>
          <p:cNvPr id="4" name="">
            <a:extLst xmlns:a="http://schemas.openxmlformats.org/drawingml/2006/main">
              <a:ext uri="{FF2B5EF4-FFF2-40B4-BE49-F238E27FC236}">
                <a16:creationId xmlns:a16="http://schemas.microsoft.com/office/drawing/2014/main" id="{3E548263-971D-4E1F-8ADC-7E1D47E1F57D}"/>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6AC03591-DAFE-4C73-AFD3-2D3A02218419}"/>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A0907CF7-0446-4D96-A4E5-CF96AC13823E}"/>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11</a:t>
            </a:r>
          </a:p>
        </p:txBody>
      </p:sp>
      <p:sp>
        <p:nvSpPr>
          <p:cNvPr id="7" name="">
            <a:extLst xmlns:a="http://schemas.openxmlformats.org/drawingml/2006/main">
              <a:ext uri="{FF2B5EF4-FFF2-40B4-BE49-F238E27FC236}">
                <a16:creationId xmlns:a16="http://schemas.microsoft.com/office/drawing/2014/main" id="{4AFB47F5-79FB-44A0-A700-94B110F6B2D4}"/>
              </a:ext>
            </a:extLst>
          </p:cNvPr>
          <p:cNvSpPr>
            <a:spLocks xmlns:a="http://schemas.openxmlformats.org/drawingml/2006/main" noGrp="1"/>
          </p:cNvSpPr>
          <p:nvPr/>
        </p:nvSpPr>
        <p:spPr>
          <a:xfrm xmlns:a="http://schemas.openxmlformats.org/drawingml/2006/main">
            <a:off x="952500" y="209550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100" b="1">
                <a:solidFill>
                  <a:srgbClr val="183D36"/>
                </a:solidFill>
                <a:latin typeface="Arial"/>
                <a:ea typeface="Arial"/>
                <a:cs typeface="Arial"/>
              </a:defRPr>
            </a:defPPr>
            <a:lvl1pPr algn="l">
              <a:defRPr sz="2100" b="1">
                <a:solidFill>
                  <a:srgbClr val="183D36"/>
                </a:solidFill>
                <a:latin typeface="Arial"/>
                <a:ea typeface="Arial"/>
                <a:cs typeface="Arial"/>
              </a:defRPr>
            </a:lvl1pPr>
            <a:lvl2pPr algn="l">
              <a:defRPr sz="2100" b="1">
                <a:solidFill>
                  <a:srgbClr val="183D36"/>
                </a:solidFill>
                <a:latin typeface="Arial"/>
                <a:ea typeface="Arial"/>
                <a:cs typeface="Arial"/>
              </a:defRPr>
            </a:lvl2pPr>
            <a:lvl3pPr algn="l">
              <a:defRPr sz="2100" b="1">
                <a:solidFill>
                  <a:srgbClr val="183D36"/>
                </a:solidFill>
                <a:latin typeface="Arial"/>
                <a:ea typeface="Arial"/>
                <a:cs typeface="Arial"/>
              </a:defRPr>
            </a:lvl3pPr>
            <a:lvl4pPr algn="l">
              <a:defRPr sz="2100" b="1">
                <a:solidFill>
                  <a:srgbClr val="183D36"/>
                </a:solidFill>
                <a:latin typeface="Arial"/>
                <a:ea typeface="Arial"/>
                <a:cs typeface="Arial"/>
              </a:defRPr>
            </a:lvl4pPr>
            <a:lvl5pPr algn="l">
              <a:defRPr sz="2100" b="1">
                <a:solidFill>
                  <a:srgbClr val="183D36"/>
                </a:solidFill>
                <a:latin typeface="Arial"/>
                <a:ea typeface="Arial"/>
                <a:cs typeface="Arial"/>
              </a:defRPr>
            </a:lvl5pPr>
            <a:lvl6pPr algn="l">
              <a:defRPr sz="2100" b="1">
                <a:solidFill>
                  <a:srgbClr val="183D36"/>
                </a:solidFill>
                <a:latin typeface="Arial"/>
                <a:ea typeface="Arial"/>
                <a:cs typeface="Arial"/>
              </a:defRPr>
            </a:lvl6pPr>
            <a:lvl7pPr algn="l">
              <a:defRPr sz="2100" b="1">
                <a:solidFill>
                  <a:srgbClr val="183D36"/>
                </a:solidFill>
                <a:latin typeface="Arial"/>
                <a:ea typeface="Arial"/>
                <a:cs typeface="Arial"/>
              </a:defRPr>
            </a:lvl7pPr>
            <a:lvl8pPr algn="l">
              <a:defRPr sz="2100" b="1">
                <a:solidFill>
                  <a:srgbClr val="183D36"/>
                </a:solidFill>
                <a:latin typeface="Arial"/>
                <a:ea typeface="Arial"/>
                <a:cs typeface="Arial"/>
              </a:defRPr>
            </a:lvl8pPr>
            <a:lvl9pPr algn="l">
              <a:defRPr sz="2100" b="1">
                <a:solidFill>
                  <a:srgbClr val="183D36"/>
                </a:solidFill>
                <a:latin typeface="Arial"/>
                <a:ea typeface="Arial"/>
                <a:cs typeface="Arial"/>
              </a:defRPr>
            </a:lvl9pPr>
          </a:lstStyle>
          <a:p xmlns:a="http://schemas.openxmlformats.org/drawingml/2006/main">
            <a:pPr algn="l">
              <a:defRPr sz="2100" b="1">
                <a:solidFill>
                  <a:srgbClr val="183D36"/>
                </a:solidFill>
                <a:latin typeface="Arial"/>
                <a:ea typeface="Arial"/>
                <a:cs typeface="Arial"/>
              </a:defRPr>
            </a:pPr>
            <a:r>
              <a:rPr sz="2100" b="1">
                <a:solidFill>
                  <a:srgbClr val="183D36"/>
                </a:solidFill>
                <a:latin typeface="Arial"/>
                <a:ea typeface="Arial"/>
                <a:cs typeface="Arial"/>
              </a:rPr>
              <a:t>Đầu vào cần có</a:t>
            </a:r>
          </a:p>
        </p:txBody>
      </p:sp>
      <p:sp>
        <p:nvSpPr>
          <p:cNvPr id="8" name="">
            <a:extLst xmlns:a="http://schemas.openxmlformats.org/drawingml/2006/main">
              <a:ext uri="{FF2B5EF4-FFF2-40B4-BE49-F238E27FC236}">
                <a16:creationId xmlns:a16="http://schemas.microsoft.com/office/drawing/2014/main" id="{B9D150CB-9D87-4070-A733-27180C248997}"/>
              </a:ext>
            </a:extLst>
          </p:cNvPr>
          <p:cNvSpPr>
            <a:spLocks xmlns:a="http://schemas.openxmlformats.org/drawingml/2006/main" noGrp="1"/>
          </p:cNvSpPr>
          <p:nvPr/>
        </p:nvSpPr>
        <p:spPr>
          <a:xfrm xmlns:a="http://schemas.openxmlformats.org/drawingml/2006/main">
            <a:off x="952500" y="281940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9" name="">
            <a:extLst xmlns:a="http://schemas.openxmlformats.org/drawingml/2006/main">
              <a:ext uri="{FF2B5EF4-FFF2-40B4-BE49-F238E27FC236}">
                <a16:creationId xmlns:a16="http://schemas.microsoft.com/office/drawing/2014/main" id="{ED6DE261-1BFB-4C38-85AF-6B3D01AAFA06}"/>
              </a:ext>
            </a:extLst>
          </p:cNvPr>
          <p:cNvSpPr>
            <a:spLocks xmlns:a="http://schemas.openxmlformats.org/drawingml/2006/main" noGrp="1"/>
          </p:cNvSpPr>
          <p:nvPr/>
        </p:nvSpPr>
        <p:spPr>
          <a:xfrm xmlns:a="http://schemas.openxmlformats.org/drawingml/2006/main">
            <a:off x="1219200" y="2724150"/>
            <a:ext cx="506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24332F"/>
                </a:solidFill>
                <a:latin typeface="Arial"/>
                <a:ea typeface="Arial"/>
                <a:cs typeface="Arial"/>
              </a:defRPr>
            </a:defPPr>
            <a:lvl1pPr algn="l">
              <a:defRPr sz="1875" b="0">
                <a:solidFill>
                  <a:srgbClr val="24332F"/>
                </a:solidFill>
                <a:latin typeface="Arial"/>
                <a:ea typeface="Arial"/>
                <a:cs typeface="Arial"/>
              </a:defRPr>
            </a:lvl1pPr>
            <a:lvl2pPr algn="l">
              <a:defRPr sz="1875" b="0">
                <a:solidFill>
                  <a:srgbClr val="24332F"/>
                </a:solidFill>
                <a:latin typeface="Arial"/>
                <a:ea typeface="Arial"/>
                <a:cs typeface="Arial"/>
              </a:defRPr>
            </a:lvl2pPr>
            <a:lvl3pPr algn="l">
              <a:defRPr sz="1875" b="0">
                <a:solidFill>
                  <a:srgbClr val="24332F"/>
                </a:solidFill>
                <a:latin typeface="Arial"/>
                <a:ea typeface="Arial"/>
                <a:cs typeface="Arial"/>
              </a:defRPr>
            </a:lvl3pPr>
            <a:lvl4pPr algn="l">
              <a:defRPr sz="1875" b="0">
                <a:solidFill>
                  <a:srgbClr val="24332F"/>
                </a:solidFill>
                <a:latin typeface="Arial"/>
                <a:ea typeface="Arial"/>
                <a:cs typeface="Arial"/>
              </a:defRPr>
            </a:lvl4pPr>
            <a:lvl5pPr algn="l">
              <a:defRPr sz="1875" b="0">
                <a:solidFill>
                  <a:srgbClr val="24332F"/>
                </a:solidFill>
                <a:latin typeface="Arial"/>
                <a:ea typeface="Arial"/>
                <a:cs typeface="Arial"/>
              </a:defRPr>
            </a:lvl5pPr>
            <a:lvl6pPr algn="l">
              <a:defRPr sz="1875" b="0">
                <a:solidFill>
                  <a:srgbClr val="24332F"/>
                </a:solidFill>
                <a:latin typeface="Arial"/>
                <a:ea typeface="Arial"/>
                <a:cs typeface="Arial"/>
              </a:defRPr>
            </a:lvl6pPr>
            <a:lvl7pPr algn="l">
              <a:defRPr sz="1875" b="0">
                <a:solidFill>
                  <a:srgbClr val="24332F"/>
                </a:solidFill>
                <a:latin typeface="Arial"/>
                <a:ea typeface="Arial"/>
                <a:cs typeface="Arial"/>
              </a:defRPr>
            </a:lvl7pPr>
            <a:lvl8pPr algn="l">
              <a:defRPr sz="1875" b="0">
                <a:solidFill>
                  <a:srgbClr val="24332F"/>
                </a:solidFill>
                <a:latin typeface="Arial"/>
                <a:ea typeface="Arial"/>
                <a:cs typeface="Arial"/>
              </a:defRPr>
            </a:lvl8pPr>
            <a:lvl9pPr algn="l">
              <a:defRPr sz="1875" b="0">
                <a:solidFill>
                  <a:srgbClr val="24332F"/>
                </a:solidFill>
                <a:latin typeface="Arial"/>
                <a:ea typeface="Arial"/>
                <a:cs typeface="Arial"/>
              </a:defRPr>
            </a:lvl9pPr>
          </a:lstStyle>
          <a:p xmlns:a="http://schemas.openxmlformats.org/drawingml/2006/main">
            <a:pPr algn="l">
              <a:defRPr sz="1875" b="0">
                <a:solidFill>
                  <a:srgbClr val="24332F"/>
                </a:solidFill>
                <a:latin typeface="Arial"/>
                <a:ea typeface="Arial"/>
                <a:cs typeface="Arial"/>
              </a:defRPr>
            </a:pPr>
            <a:r>
              <a:rPr sz="1875" b="0">
                <a:solidFill>
                  <a:srgbClr val="24332F"/>
                </a:solidFill>
                <a:latin typeface="Arial"/>
                <a:ea typeface="Arial"/>
                <a:cs typeface="Arial"/>
              </a:rPr>
              <a:t>Nguồn review/ghi chú được phép dùng</a:t>
            </a:r>
          </a:p>
        </p:txBody>
      </p:sp>
      <p:sp>
        <p:nvSpPr>
          <p:cNvPr id="10" name="">
            <a:extLst xmlns:a="http://schemas.openxmlformats.org/drawingml/2006/main">
              <a:ext uri="{FF2B5EF4-FFF2-40B4-BE49-F238E27FC236}">
                <a16:creationId xmlns:a16="http://schemas.microsoft.com/office/drawing/2014/main" id="{95AD3C7E-EF91-42DF-989C-96BE564A8F49}"/>
              </a:ext>
            </a:extLst>
          </p:cNvPr>
          <p:cNvSpPr>
            <a:spLocks xmlns:a="http://schemas.openxmlformats.org/drawingml/2006/main" noGrp="1"/>
          </p:cNvSpPr>
          <p:nvPr/>
        </p:nvSpPr>
        <p:spPr>
          <a:xfrm xmlns:a="http://schemas.openxmlformats.org/drawingml/2006/main">
            <a:off x="952500" y="346710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11" name="">
            <a:extLst xmlns:a="http://schemas.openxmlformats.org/drawingml/2006/main">
              <a:ext uri="{FF2B5EF4-FFF2-40B4-BE49-F238E27FC236}">
                <a16:creationId xmlns:a16="http://schemas.microsoft.com/office/drawing/2014/main" id="{76A836AE-CB23-418D-AE74-6D9E60BF7A5A}"/>
              </a:ext>
            </a:extLst>
          </p:cNvPr>
          <p:cNvSpPr>
            <a:spLocks xmlns:a="http://schemas.openxmlformats.org/drawingml/2006/main" noGrp="1"/>
          </p:cNvSpPr>
          <p:nvPr/>
        </p:nvSpPr>
        <p:spPr>
          <a:xfrm xmlns:a="http://schemas.openxmlformats.org/drawingml/2006/main">
            <a:off x="1219200" y="3371850"/>
            <a:ext cx="506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24332F"/>
                </a:solidFill>
                <a:latin typeface="Arial"/>
                <a:ea typeface="Arial"/>
                <a:cs typeface="Arial"/>
              </a:defRPr>
            </a:defPPr>
            <a:lvl1pPr algn="l">
              <a:defRPr sz="1875" b="0">
                <a:solidFill>
                  <a:srgbClr val="24332F"/>
                </a:solidFill>
                <a:latin typeface="Arial"/>
                <a:ea typeface="Arial"/>
                <a:cs typeface="Arial"/>
              </a:defRPr>
            </a:lvl1pPr>
            <a:lvl2pPr algn="l">
              <a:defRPr sz="1875" b="0">
                <a:solidFill>
                  <a:srgbClr val="24332F"/>
                </a:solidFill>
                <a:latin typeface="Arial"/>
                <a:ea typeface="Arial"/>
                <a:cs typeface="Arial"/>
              </a:defRPr>
            </a:lvl2pPr>
            <a:lvl3pPr algn="l">
              <a:defRPr sz="1875" b="0">
                <a:solidFill>
                  <a:srgbClr val="24332F"/>
                </a:solidFill>
                <a:latin typeface="Arial"/>
                <a:ea typeface="Arial"/>
                <a:cs typeface="Arial"/>
              </a:defRPr>
            </a:lvl3pPr>
            <a:lvl4pPr algn="l">
              <a:defRPr sz="1875" b="0">
                <a:solidFill>
                  <a:srgbClr val="24332F"/>
                </a:solidFill>
                <a:latin typeface="Arial"/>
                <a:ea typeface="Arial"/>
                <a:cs typeface="Arial"/>
              </a:defRPr>
            </a:lvl4pPr>
            <a:lvl5pPr algn="l">
              <a:defRPr sz="1875" b="0">
                <a:solidFill>
                  <a:srgbClr val="24332F"/>
                </a:solidFill>
                <a:latin typeface="Arial"/>
                <a:ea typeface="Arial"/>
                <a:cs typeface="Arial"/>
              </a:defRPr>
            </a:lvl5pPr>
            <a:lvl6pPr algn="l">
              <a:defRPr sz="1875" b="0">
                <a:solidFill>
                  <a:srgbClr val="24332F"/>
                </a:solidFill>
                <a:latin typeface="Arial"/>
                <a:ea typeface="Arial"/>
                <a:cs typeface="Arial"/>
              </a:defRPr>
            </a:lvl6pPr>
            <a:lvl7pPr algn="l">
              <a:defRPr sz="1875" b="0">
                <a:solidFill>
                  <a:srgbClr val="24332F"/>
                </a:solidFill>
                <a:latin typeface="Arial"/>
                <a:ea typeface="Arial"/>
                <a:cs typeface="Arial"/>
              </a:defRPr>
            </a:lvl7pPr>
            <a:lvl8pPr algn="l">
              <a:defRPr sz="1875" b="0">
                <a:solidFill>
                  <a:srgbClr val="24332F"/>
                </a:solidFill>
                <a:latin typeface="Arial"/>
                <a:ea typeface="Arial"/>
                <a:cs typeface="Arial"/>
              </a:defRPr>
            </a:lvl8pPr>
            <a:lvl9pPr algn="l">
              <a:defRPr sz="1875" b="0">
                <a:solidFill>
                  <a:srgbClr val="24332F"/>
                </a:solidFill>
                <a:latin typeface="Arial"/>
                <a:ea typeface="Arial"/>
                <a:cs typeface="Arial"/>
              </a:defRPr>
            </a:lvl9pPr>
          </a:lstStyle>
          <a:p xmlns:a="http://schemas.openxmlformats.org/drawingml/2006/main">
            <a:pPr algn="l">
              <a:defRPr sz="1875" b="0">
                <a:solidFill>
                  <a:srgbClr val="24332F"/>
                </a:solidFill>
                <a:latin typeface="Arial"/>
                <a:ea typeface="Arial"/>
                <a:cs typeface="Arial"/>
              </a:defRPr>
            </a:pPr>
            <a:r>
              <a:rPr sz="1875" b="0">
                <a:solidFill>
                  <a:srgbClr val="24332F"/>
                </a:solidFill>
                <a:latin typeface="Arial"/>
                <a:ea typeface="Arial"/>
                <a:cs typeface="Arial"/>
              </a:rPr>
              <a:t>Ẩn danh và kiểm kê độ phủ</a:t>
            </a:r>
          </a:p>
        </p:txBody>
      </p:sp>
      <p:sp>
        <p:nvSpPr>
          <p:cNvPr id="12" name="">
            <a:extLst xmlns:a="http://schemas.openxmlformats.org/drawingml/2006/main">
              <a:ext uri="{FF2B5EF4-FFF2-40B4-BE49-F238E27FC236}">
                <a16:creationId xmlns:a16="http://schemas.microsoft.com/office/drawing/2014/main" id="{FBE030A7-076E-4C0D-97ED-711B808C853C}"/>
              </a:ext>
            </a:extLst>
          </p:cNvPr>
          <p:cNvSpPr>
            <a:spLocks xmlns:a="http://schemas.openxmlformats.org/drawingml/2006/main" noGrp="1"/>
          </p:cNvSpPr>
          <p:nvPr/>
        </p:nvSpPr>
        <p:spPr>
          <a:xfrm xmlns:a="http://schemas.openxmlformats.org/drawingml/2006/main">
            <a:off x="952500" y="411480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13" name="">
            <a:extLst xmlns:a="http://schemas.openxmlformats.org/drawingml/2006/main">
              <a:ext uri="{FF2B5EF4-FFF2-40B4-BE49-F238E27FC236}">
                <a16:creationId xmlns:a16="http://schemas.microsoft.com/office/drawing/2014/main" id="{4EB2FED8-A9CF-44C3-9071-9DC79308F10F}"/>
              </a:ext>
            </a:extLst>
          </p:cNvPr>
          <p:cNvSpPr>
            <a:spLocks xmlns:a="http://schemas.openxmlformats.org/drawingml/2006/main" noGrp="1"/>
          </p:cNvSpPr>
          <p:nvPr/>
        </p:nvSpPr>
        <p:spPr>
          <a:xfrm xmlns:a="http://schemas.openxmlformats.org/drawingml/2006/main">
            <a:off x="1219200" y="4019550"/>
            <a:ext cx="506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24332F"/>
                </a:solidFill>
                <a:latin typeface="Arial"/>
                <a:ea typeface="Arial"/>
                <a:cs typeface="Arial"/>
              </a:defRPr>
            </a:defPPr>
            <a:lvl1pPr algn="l">
              <a:defRPr sz="1875" b="0">
                <a:solidFill>
                  <a:srgbClr val="24332F"/>
                </a:solidFill>
                <a:latin typeface="Arial"/>
                <a:ea typeface="Arial"/>
                <a:cs typeface="Arial"/>
              </a:defRPr>
            </a:lvl1pPr>
            <a:lvl2pPr algn="l">
              <a:defRPr sz="1875" b="0">
                <a:solidFill>
                  <a:srgbClr val="24332F"/>
                </a:solidFill>
                <a:latin typeface="Arial"/>
                <a:ea typeface="Arial"/>
                <a:cs typeface="Arial"/>
              </a:defRPr>
            </a:lvl2pPr>
            <a:lvl3pPr algn="l">
              <a:defRPr sz="1875" b="0">
                <a:solidFill>
                  <a:srgbClr val="24332F"/>
                </a:solidFill>
                <a:latin typeface="Arial"/>
                <a:ea typeface="Arial"/>
                <a:cs typeface="Arial"/>
              </a:defRPr>
            </a:lvl3pPr>
            <a:lvl4pPr algn="l">
              <a:defRPr sz="1875" b="0">
                <a:solidFill>
                  <a:srgbClr val="24332F"/>
                </a:solidFill>
                <a:latin typeface="Arial"/>
                <a:ea typeface="Arial"/>
                <a:cs typeface="Arial"/>
              </a:defRPr>
            </a:lvl4pPr>
            <a:lvl5pPr algn="l">
              <a:defRPr sz="1875" b="0">
                <a:solidFill>
                  <a:srgbClr val="24332F"/>
                </a:solidFill>
                <a:latin typeface="Arial"/>
                <a:ea typeface="Arial"/>
                <a:cs typeface="Arial"/>
              </a:defRPr>
            </a:lvl5pPr>
            <a:lvl6pPr algn="l">
              <a:defRPr sz="1875" b="0">
                <a:solidFill>
                  <a:srgbClr val="24332F"/>
                </a:solidFill>
                <a:latin typeface="Arial"/>
                <a:ea typeface="Arial"/>
                <a:cs typeface="Arial"/>
              </a:defRPr>
            </a:lvl6pPr>
            <a:lvl7pPr algn="l">
              <a:defRPr sz="1875" b="0">
                <a:solidFill>
                  <a:srgbClr val="24332F"/>
                </a:solidFill>
                <a:latin typeface="Arial"/>
                <a:ea typeface="Arial"/>
                <a:cs typeface="Arial"/>
              </a:defRPr>
            </a:lvl7pPr>
            <a:lvl8pPr algn="l">
              <a:defRPr sz="1875" b="0">
                <a:solidFill>
                  <a:srgbClr val="24332F"/>
                </a:solidFill>
                <a:latin typeface="Arial"/>
                <a:ea typeface="Arial"/>
                <a:cs typeface="Arial"/>
              </a:defRPr>
            </a:lvl8pPr>
            <a:lvl9pPr algn="l">
              <a:defRPr sz="1875" b="0">
                <a:solidFill>
                  <a:srgbClr val="24332F"/>
                </a:solidFill>
                <a:latin typeface="Arial"/>
                <a:ea typeface="Arial"/>
                <a:cs typeface="Arial"/>
              </a:defRPr>
            </a:lvl9pPr>
          </a:lstStyle>
          <a:p xmlns:a="http://schemas.openxmlformats.org/drawingml/2006/main">
            <a:pPr algn="l">
              <a:defRPr sz="1875" b="0">
                <a:solidFill>
                  <a:srgbClr val="24332F"/>
                </a:solidFill>
                <a:latin typeface="Arial"/>
                <a:ea typeface="Arial"/>
                <a:cs typeface="Arial"/>
              </a:defRPr>
            </a:pPr>
            <a:r>
              <a:rPr sz="1875" b="0">
                <a:solidFill>
                  <a:srgbClr val="24332F"/>
                </a:solidFill>
                <a:latin typeface="Arial"/>
                <a:ea typeface="Arial"/>
                <a:cs typeface="Arial"/>
              </a:rPr>
              <a:t>Taxonomy được giảng viên/chủ dự án duyệt</a:t>
            </a:r>
          </a:p>
        </p:txBody>
      </p:sp>
      <p:sp>
        <p:nvSpPr>
          <p:cNvPr id="14" name="">
            <a:extLst xmlns:a="http://schemas.openxmlformats.org/drawingml/2006/main">
              <a:ext uri="{FF2B5EF4-FFF2-40B4-BE49-F238E27FC236}">
                <a16:creationId xmlns:a16="http://schemas.microsoft.com/office/drawing/2014/main" id="{4B61F6B0-3965-4ABD-A182-E81699ADA6F9}"/>
              </a:ext>
            </a:extLst>
          </p:cNvPr>
          <p:cNvSpPr>
            <a:spLocks xmlns:a="http://schemas.openxmlformats.org/drawingml/2006/main" noGrp="1"/>
          </p:cNvSpPr>
          <p:nvPr/>
        </p:nvSpPr>
        <p:spPr>
          <a:xfrm xmlns:a="http://schemas.openxmlformats.org/drawingml/2006/main">
            <a:off x="952500" y="4762500"/>
            <a:ext cx="85725" cy="85725"/>
          </a:xfrm>
          <a:prstGeom xmlns:a="http://schemas.openxmlformats.org/drawingml/2006/main" prst="rect">
            <a:avLst/>
          </a:prstGeom>
          <a:solidFill xmlns:a="http://schemas.openxmlformats.org/drawingml/2006/main">
            <a:srgbClr val="E3A64B"/>
          </a:solidFill>
          <a:ln xmlns:a="http://schemas.openxmlformats.org/drawingml/2006/main" w="9525">
            <a:solidFill>
              <a:srgbClr val="E3A64B"/>
            </a:solidFill>
            <a:prstDash val="solid"/>
          </a:ln>
        </p:spPr>
      </p:sp>
      <p:sp>
        <p:nvSpPr>
          <p:cNvPr id="15" name="">
            <a:extLst xmlns:a="http://schemas.openxmlformats.org/drawingml/2006/main">
              <a:ext uri="{FF2B5EF4-FFF2-40B4-BE49-F238E27FC236}">
                <a16:creationId xmlns:a16="http://schemas.microsoft.com/office/drawing/2014/main" id="{8993AE23-4EB5-473E-8363-702A507CBA7C}"/>
              </a:ext>
            </a:extLst>
          </p:cNvPr>
          <p:cNvSpPr>
            <a:spLocks xmlns:a="http://schemas.openxmlformats.org/drawingml/2006/main" noGrp="1"/>
          </p:cNvSpPr>
          <p:nvPr/>
        </p:nvSpPr>
        <p:spPr>
          <a:xfrm xmlns:a="http://schemas.openxmlformats.org/drawingml/2006/main">
            <a:off x="1219200" y="4667250"/>
            <a:ext cx="506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24332F"/>
                </a:solidFill>
                <a:latin typeface="Arial"/>
                <a:ea typeface="Arial"/>
                <a:cs typeface="Arial"/>
              </a:defRPr>
            </a:defPPr>
            <a:lvl1pPr algn="l">
              <a:defRPr sz="1875" b="0">
                <a:solidFill>
                  <a:srgbClr val="24332F"/>
                </a:solidFill>
                <a:latin typeface="Arial"/>
                <a:ea typeface="Arial"/>
                <a:cs typeface="Arial"/>
              </a:defRPr>
            </a:lvl1pPr>
            <a:lvl2pPr algn="l">
              <a:defRPr sz="1875" b="0">
                <a:solidFill>
                  <a:srgbClr val="24332F"/>
                </a:solidFill>
                <a:latin typeface="Arial"/>
                <a:ea typeface="Arial"/>
                <a:cs typeface="Arial"/>
              </a:defRPr>
            </a:lvl2pPr>
            <a:lvl3pPr algn="l">
              <a:defRPr sz="1875" b="0">
                <a:solidFill>
                  <a:srgbClr val="24332F"/>
                </a:solidFill>
                <a:latin typeface="Arial"/>
                <a:ea typeface="Arial"/>
                <a:cs typeface="Arial"/>
              </a:defRPr>
            </a:lvl3pPr>
            <a:lvl4pPr algn="l">
              <a:defRPr sz="1875" b="0">
                <a:solidFill>
                  <a:srgbClr val="24332F"/>
                </a:solidFill>
                <a:latin typeface="Arial"/>
                <a:ea typeface="Arial"/>
                <a:cs typeface="Arial"/>
              </a:defRPr>
            </a:lvl4pPr>
            <a:lvl5pPr algn="l">
              <a:defRPr sz="1875" b="0">
                <a:solidFill>
                  <a:srgbClr val="24332F"/>
                </a:solidFill>
                <a:latin typeface="Arial"/>
                <a:ea typeface="Arial"/>
                <a:cs typeface="Arial"/>
              </a:defRPr>
            </a:lvl5pPr>
            <a:lvl6pPr algn="l">
              <a:defRPr sz="1875" b="0">
                <a:solidFill>
                  <a:srgbClr val="24332F"/>
                </a:solidFill>
                <a:latin typeface="Arial"/>
                <a:ea typeface="Arial"/>
                <a:cs typeface="Arial"/>
              </a:defRPr>
            </a:lvl6pPr>
            <a:lvl7pPr algn="l">
              <a:defRPr sz="1875" b="0">
                <a:solidFill>
                  <a:srgbClr val="24332F"/>
                </a:solidFill>
                <a:latin typeface="Arial"/>
                <a:ea typeface="Arial"/>
                <a:cs typeface="Arial"/>
              </a:defRPr>
            </a:lvl7pPr>
            <a:lvl8pPr algn="l">
              <a:defRPr sz="1875" b="0">
                <a:solidFill>
                  <a:srgbClr val="24332F"/>
                </a:solidFill>
                <a:latin typeface="Arial"/>
                <a:ea typeface="Arial"/>
                <a:cs typeface="Arial"/>
              </a:defRPr>
            </a:lvl8pPr>
            <a:lvl9pPr algn="l">
              <a:defRPr sz="1875" b="0">
                <a:solidFill>
                  <a:srgbClr val="24332F"/>
                </a:solidFill>
                <a:latin typeface="Arial"/>
                <a:ea typeface="Arial"/>
                <a:cs typeface="Arial"/>
              </a:defRPr>
            </a:lvl9pPr>
          </a:lstStyle>
          <a:p xmlns:a="http://schemas.openxmlformats.org/drawingml/2006/main">
            <a:pPr algn="l">
              <a:defRPr sz="1875" b="0">
                <a:solidFill>
                  <a:srgbClr val="24332F"/>
                </a:solidFill>
                <a:latin typeface="Arial"/>
                <a:ea typeface="Arial"/>
                <a:cs typeface="Arial"/>
              </a:defRPr>
            </a:pPr>
            <a:r>
              <a:rPr sz="1875" b="0">
                <a:solidFill>
                  <a:srgbClr val="24332F"/>
                </a:solidFill>
                <a:latin typeface="Arial"/>
                <a:ea typeface="Arial"/>
                <a:cs typeface="Arial"/>
              </a:rPr>
              <a:t>Nhãn tay và tập đánh giá giữ riêng</a:t>
            </a:r>
          </a:p>
        </p:txBody>
      </p:sp>
      <p:sp>
        <p:nvSpPr>
          <p:cNvPr id="16" name="">
            <a:extLst xmlns:a="http://schemas.openxmlformats.org/drawingml/2006/main">
              <a:ext uri="{FF2B5EF4-FFF2-40B4-BE49-F238E27FC236}">
                <a16:creationId xmlns:a16="http://schemas.microsoft.com/office/drawing/2014/main" id="{5444C9FE-4E23-4BEA-BD0F-B31C73EC8CEF}"/>
              </a:ext>
            </a:extLst>
          </p:cNvPr>
          <p:cNvSpPr>
            <a:spLocks xmlns:a="http://schemas.openxmlformats.org/drawingml/2006/main" noGrp="1"/>
          </p:cNvSpPr>
          <p:nvPr/>
        </p:nvSpPr>
        <p:spPr>
          <a:xfrm xmlns:a="http://schemas.openxmlformats.org/drawingml/2006/main">
            <a:off x="6667500" y="2095500"/>
            <a:ext cx="0" cy="3295650"/>
          </a:xfrm>
          <a:prstGeom xmlns:a="http://schemas.openxmlformats.org/drawingml/2006/main" prst="line">
            <a:avLst/>
          </a:prstGeom>
          <a:noFill xmlns:a="http://schemas.openxmlformats.org/drawingml/2006/main"/>
          <a:ln xmlns:a="http://schemas.openxmlformats.org/drawingml/2006/main" w="19050">
            <a:solidFill>
              <a:srgbClr val="CAD8D2"/>
            </a:solidFill>
            <a:prstDash val="solid"/>
          </a:ln>
        </p:spPr>
      </p:sp>
      <p:sp>
        <p:nvSpPr>
          <p:cNvPr id="17" name="">
            <a:extLst xmlns:a="http://schemas.openxmlformats.org/drawingml/2006/main">
              <a:ext uri="{FF2B5EF4-FFF2-40B4-BE49-F238E27FC236}">
                <a16:creationId xmlns:a16="http://schemas.microsoft.com/office/drawing/2014/main" id="{45EEB0FC-2475-455F-93F9-97A70A16BB14}"/>
              </a:ext>
            </a:extLst>
          </p:cNvPr>
          <p:cNvSpPr>
            <a:spLocks xmlns:a="http://schemas.openxmlformats.org/drawingml/2006/main" noGrp="1"/>
          </p:cNvSpPr>
          <p:nvPr/>
        </p:nvSpPr>
        <p:spPr>
          <a:xfrm xmlns:a="http://schemas.openxmlformats.org/drawingml/2006/main">
            <a:off x="7200900" y="22479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176B87"/>
                </a:solidFill>
                <a:latin typeface="Arial"/>
                <a:ea typeface="Arial"/>
                <a:cs typeface="Arial"/>
              </a:defRPr>
            </a:defPPr>
            <a:lvl1pPr algn="l">
              <a:defRPr sz="2025" b="1">
                <a:solidFill>
                  <a:srgbClr val="176B87"/>
                </a:solidFill>
                <a:latin typeface="Arial"/>
                <a:ea typeface="Arial"/>
                <a:cs typeface="Arial"/>
              </a:defRPr>
            </a:lvl1pPr>
            <a:lvl2pPr algn="l">
              <a:defRPr sz="2025" b="1">
                <a:solidFill>
                  <a:srgbClr val="176B87"/>
                </a:solidFill>
                <a:latin typeface="Arial"/>
                <a:ea typeface="Arial"/>
                <a:cs typeface="Arial"/>
              </a:defRPr>
            </a:lvl2pPr>
            <a:lvl3pPr algn="l">
              <a:defRPr sz="2025" b="1">
                <a:solidFill>
                  <a:srgbClr val="176B87"/>
                </a:solidFill>
                <a:latin typeface="Arial"/>
                <a:ea typeface="Arial"/>
                <a:cs typeface="Arial"/>
              </a:defRPr>
            </a:lvl3pPr>
            <a:lvl4pPr algn="l">
              <a:defRPr sz="2025" b="1">
                <a:solidFill>
                  <a:srgbClr val="176B87"/>
                </a:solidFill>
                <a:latin typeface="Arial"/>
                <a:ea typeface="Arial"/>
                <a:cs typeface="Arial"/>
              </a:defRPr>
            </a:lvl4pPr>
            <a:lvl5pPr algn="l">
              <a:defRPr sz="2025" b="1">
                <a:solidFill>
                  <a:srgbClr val="176B87"/>
                </a:solidFill>
                <a:latin typeface="Arial"/>
                <a:ea typeface="Arial"/>
                <a:cs typeface="Arial"/>
              </a:defRPr>
            </a:lvl5pPr>
            <a:lvl6pPr algn="l">
              <a:defRPr sz="2025" b="1">
                <a:solidFill>
                  <a:srgbClr val="176B87"/>
                </a:solidFill>
                <a:latin typeface="Arial"/>
                <a:ea typeface="Arial"/>
                <a:cs typeface="Arial"/>
              </a:defRPr>
            </a:lvl6pPr>
            <a:lvl7pPr algn="l">
              <a:defRPr sz="2025" b="1">
                <a:solidFill>
                  <a:srgbClr val="176B87"/>
                </a:solidFill>
                <a:latin typeface="Arial"/>
                <a:ea typeface="Arial"/>
                <a:cs typeface="Arial"/>
              </a:defRPr>
            </a:lvl7pPr>
            <a:lvl8pPr algn="l">
              <a:defRPr sz="2025" b="1">
                <a:solidFill>
                  <a:srgbClr val="176B87"/>
                </a:solidFill>
                <a:latin typeface="Arial"/>
                <a:ea typeface="Arial"/>
                <a:cs typeface="Arial"/>
              </a:defRPr>
            </a:lvl8pPr>
            <a:lvl9pPr algn="l">
              <a:defRPr sz="2025" b="1">
                <a:solidFill>
                  <a:srgbClr val="176B87"/>
                </a:solidFill>
                <a:latin typeface="Arial"/>
                <a:ea typeface="Arial"/>
                <a:cs typeface="Arial"/>
              </a:defRPr>
            </a:lvl9pPr>
          </a:lstStyle>
          <a:p xmlns:a="http://schemas.openxmlformats.org/drawingml/2006/main">
            <a:pPr algn="l">
              <a:defRPr sz="2025" b="1">
                <a:solidFill>
                  <a:srgbClr val="176B87"/>
                </a:solidFill>
                <a:latin typeface="Arial"/>
                <a:ea typeface="Arial"/>
                <a:cs typeface="Arial"/>
              </a:defRPr>
            </a:pPr>
            <a:r>
              <a:rPr sz="2025" b="1">
                <a:solidFill>
                  <a:srgbClr val="176B87"/>
                </a:solidFill>
                <a:latin typeface="Arial"/>
                <a:ea typeface="Arial"/>
                <a:cs typeface="Arial"/>
              </a:rPr>
              <a:t>Nếu đủ mẫu</a:t>
            </a:r>
          </a:p>
        </p:txBody>
      </p:sp>
      <p:sp>
        <p:nvSpPr>
          <p:cNvPr id="18" name="">
            <a:extLst xmlns:a="http://schemas.openxmlformats.org/drawingml/2006/main">
              <a:ext uri="{FF2B5EF4-FFF2-40B4-BE49-F238E27FC236}">
                <a16:creationId xmlns:a16="http://schemas.microsoft.com/office/drawing/2014/main" id="{3D3ADFCB-5FD3-417D-AAC4-318BE9B9207E}"/>
              </a:ext>
            </a:extLst>
          </p:cNvPr>
          <p:cNvSpPr>
            <a:spLocks xmlns:a="http://schemas.openxmlformats.org/drawingml/2006/main" noGrp="1"/>
          </p:cNvSpPr>
          <p:nvPr/>
        </p:nvSpPr>
        <p:spPr>
          <a:xfrm xmlns:a="http://schemas.openxmlformats.org/drawingml/2006/main">
            <a:off x="7200900" y="2857500"/>
            <a:ext cx="35242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0">
                <a:solidFill>
                  <a:srgbClr val="24332F"/>
                </a:solidFill>
                <a:latin typeface="Arial"/>
                <a:ea typeface="Arial"/>
                <a:cs typeface="Arial"/>
              </a:defRPr>
            </a:defPPr>
            <a:lvl1pPr algn="l">
              <a:defRPr sz="1725" b="0">
                <a:solidFill>
                  <a:srgbClr val="24332F"/>
                </a:solidFill>
                <a:latin typeface="Arial"/>
                <a:ea typeface="Arial"/>
                <a:cs typeface="Arial"/>
              </a:defRPr>
            </a:lvl1pPr>
            <a:lvl2pPr algn="l">
              <a:defRPr sz="1725" b="0">
                <a:solidFill>
                  <a:srgbClr val="24332F"/>
                </a:solidFill>
                <a:latin typeface="Arial"/>
                <a:ea typeface="Arial"/>
                <a:cs typeface="Arial"/>
              </a:defRPr>
            </a:lvl2pPr>
            <a:lvl3pPr algn="l">
              <a:defRPr sz="1725" b="0">
                <a:solidFill>
                  <a:srgbClr val="24332F"/>
                </a:solidFill>
                <a:latin typeface="Arial"/>
                <a:ea typeface="Arial"/>
                <a:cs typeface="Arial"/>
              </a:defRPr>
            </a:lvl3pPr>
            <a:lvl4pPr algn="l">
              <a:defRPr sz="1725" b="0">
                <a:solidFill>
                  <a:srgbClr val="24332F"/>
                </a:solidFill>
                <a:latin typeface="Arial"/>
                <a:ea typeface="Arial"/>
                <a:cs typeface="Arial"/>
              </a:defRPr>
            </a:lvl4pPr>
            <a:lvl5pPr algn="l">
              <a:defRPr sz="1725" b="0">
                <a:solidFill>
                  <a:srgbClr val="24332F"/>
                </a:solidFill>
                <a:latin typeface="Arial"/>
                <a:ea typeface="Arial"/>
                <a:cs typeface="Arial"/>
              </a:defRPr>
            </a:lvl5pPr>
            <a:lvl6pPr algn="l">
              <a:defRPr sz="1725" b="0">
                <a:solidFill>
                  <a:srgbClr val="24332F"/>
                </a:solidFill>
                <a:latin typeface="Arial"/>
                <a:ea typeface="Arial"/>
                <a:cs typeface="Arial"/>
              </a:defRPr>
            </a:lvl6pPr>
            <a:lvl7pPr algn="l">
              <a:defRPr sz="1725" b="0">
                <a:solidFill>
                  <a:srgbClr val="24332F"/>
                </a:solidFill>
                <a:latin typeface="Arial"/>
                <a:ea typeface="Arial"/>
                <a:cs typeface="Arial"/>
              </a:defRPr>
            </a:lvl7pPr>
            <a:lvl8pPr algn="l">
              <a:defRPr sz="1725" b="0">
                <a:solidFill>
                  <a:srgbClr val="24332F"/>
                </a:solidFill>
                <a:latin typeface="Arial"/>
                <a:ea typeface="Arial"/>
                <a:cs typeface="Arial"/>
              </a:defRPr>
            </a:lvl8pPr>
            <a:lvl9pPr algn="l">
              <a:defRPr sz="1725" b="0">
                <a:solidFill>
                  <a:srgbClr val="24332F"/>
                </a:solidFill>
                <a:latin typeface="Arial"/>
                <a:ea typeface="Arial"/>
                <a:cs typeface="Arial"/>
              </a:defRPr>
            </a:lvl9pPr>
          </a:lstStyle>
          <a:p xmlns:a="http://schemas.openxmlformats.org/drawingml/2006/main">
            <a:pPr algn="l">
              <a:defRPr sz="1725" b="0">
                <a:solidFill>
                  <a:srgbClr val="24332F"/>
                </a:solidFill>
                <a:latin typeface="Arial"/>
                <a:ea typeface="Arial"/>
                <a:cs typeface="Arial"/>
              </a:defRPr>
            </a:pPr>
            <a:r>
              <a:rPr sz="1725" b="0">
                <a:solidFill>
                  <a:srgbClr val="24332F"/>
                </a:solidFill>
                <a:latin typeface="Arial"/>
                <a:ea typeface="Arial"/>
                <a:cs typeface="Arial"/>
              </a:rPr>
              <a:t>Gán nhãn 200–300 mẫu; hai người gán một phần để đo đồng thuận; TF-IDF + Logistic Regression; báo precision/recall/F1 từng lớp.</a:t>
            </a:r>
          </a:p>
        </p:txBody>
      </p:sp>
      <p:sp>
        <p:nvSpPr>
          <p:cNvPr id="19" name="">
            <a:extLst xmlns:a="http://schemas.openxmlformats.org/drawingml/2006/main">
              <a:ext uri="{FF2B5EF4-FFF2-40B4-BE49-F238E27FC236}">
                <a16:creationId xmlns:a16="http://schemas.microsoft.com/office/drawing/2014/main" id="{6798FFC1-F8C3-46E9-83A4-4FA34D363F8E}"/>
              </a:ext>
            </a:extLst>
          </p:cNvPr>
          <p:cNvSpPr>
            <a:spLocks xmlns:a="http://schemas.openxmlformats.org/drawingml/2006/main" noGrp="1"/>
          </p:cNvSpPr>
          <p:nvPr/>
        </p:nvSpPr>
        <p:spPr>
          <a:xfrm xmlns:a="http://schemas.openxmlformats.org/drawingml/2006/main">
            <a:off x="7200900" y="466725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2025" b="1">
                <a:solidFill>
                  <a:srgbClr val="E3A64B"/>
                </a:solidFill>
                <a:latin typeface="Arial"/>
                <a:ea typeface="Arial"/>
                <a:cs typeface="Arial"/>
              </a:defRPr>
            </a:defPPr>
            <a:lvl1pPr algn="l">
              <a:defRPr sz="2025" b="1">
                <a:solidFill>
                  <a:srgbClr val="E3A64B"/>
                </a:solidFill>
                <a:latin typeface="Arial"/>
                <a:ea typeface="Arial"/>
                <a:cs typeface="Arial"/>
              </a:defRPr>
            </a:lvl1pPr>
            <a:lvl2pPr algn="l">
              <a:defRPr sz="2025" b="1">
                <a:solidFill>
                  <a:srgbClr val="E3A64B"/>
                </a:solidFill>
                <a:latin typeface="Arial"/>
                <a:ea typeface="Arial"/>
                <a:cs typeface="Arial"/>
              </a:defRPr>
            </a:lvl2pPr>
            <a:lvl3pPr algn="l">
              <a:defRPr sz="2025" b="1">
                <a:solidFill>
                  <a:srgbClr val="E3A64B"/>
                </a:solidFill>
                <a:latin typeface="Arial"/>
                <a:ea typeface="Arial"/>
                <a:cs typeface="Arial"/>
              </a:defRPr>
            </a:lvl3pPr>
            <a:lvl4pPr algn="l">
              <a:defRPr sz="2025" b="1">
                <a:solidFill>
                  <a:srgbClr val="E3A64B"/>
                </a:solidFill>
                <a:latin typeface="Arial"/>
                <a:ea typeface="Arial"/>
                <a:cs typeface="Arial"/>
              </a:defRPr>
            </a:lvl4pPr>
            <a:lvl5pPr algn="l">
              <a:defRPr sz="2025" b="1">
                <a:solidFill>
                  <a:srgbClr val="E3A64B"/>
                </a:solidFill>
                <a:latin typeface="Arial"/>
                <a:ea typeface="Arial"/>
                <a:cs typeface="Arial"/>
              </a:defRPr>
            </a:lvl5pPr>
            <a:lvl6pPr algn="l">
              <a:defRPr sz="2025" b="1">
                <a:solidFill>
                  <a:srgbClr val="E3A64B"/>
                </a:solidFill>
                <a:latin typeface="Arial"/>
                <a:ea typeface="Arial"/>
                <a:cs typeface="Arial"/>
              </a:defRPr>
            </a:lvl6pPr>
            <a:lvl7pPr algn="l">
              <a:defRPr sz="2025" b="1">
                <a:solidFill>
                  <a:srgbClr val="E3A64B"/>
                </a:solidFill>
                <a:latin typeface="Arial"/>
                <a:ea typeface="Arial"/>
                <a:cs typeface="Arial"/>
              </a:defRPr>
            </a:lvl7pPr>
            <a:lvl8pPr algn="l">
              <a:defRPr sz="2025" b="1">
                <a:solidFill>
                  <a:srgbClr val="E3A64B"/>
                </a:solidFill>
                <a:latin typeface="Arial"/>
                <a:ea typeface="Arial"/>
                <a:cs typeface="Arial"/>
              </a:defRPr>
            </a:lvl8pPr>
            <a:lvl9pPr algn="l">
              <a:defRPr sz="2025" b="1">
                <a:solidFill>
                  <a:srgbClr val="E3A64B"/>
                </a:solidFill>
                <a:latin typeface="Arial"/>
                <a:ea typeface="Arial"/>
                <a:cs typeface="Arial"/>
              </a:defRPr>
            </a:lvl9pPr>
          </a:lstStyle>
          <a:p xmlns:a="http://schemas.openxmlformats.org/drawingml/2006/main">
            <a:pPr algn="l">
              <a:defRPr sz="2025" b="1">
                <a:solidFill>
                  <a:srgbClr val="E3A64B"/>
                </a:solidFill>
                <a:latin typeface="Arial"/>
                <a:ea typeface="Arial"/>
                <a:cs typeface="Arial"/>
              </a:defRPr>
            </a:pPr>
            <a:r>
              <a:rPr sz="2025" b="1">
                <a:solidFill>
                  <a:srgbClr val="E3A64B"/>
                </a:solidFill>
                <a:latin typeface="Arial"/>
                <a:ea typeface="Arial"/>
                <a:cs typeface="Arial"/>
              </a:rPr>
              <a:t>Nếu thiếu mẫu</a:t>
            </a:r>
          </a:p>
        </p:txBody>
      </p:sp>
      <p:sp>
        <p:nvSpPr>
          <p:cNvPr id="20" name="">
            <a:extLst xmlns:a="http://schemas.openxmlformats.org/drawingml/2006/main">
              <a:ext uri="{FF2B5EF4-FFF2-40B4-BE49-F238E27FC236}">
                <a16:creationId xmlns:a16="http://schemas.microsoft.com/office/drawing/2014/main" id="{40BBAFF5-F1A8-4F30-8C7A-96C1502E2D6E}"/>
              </a:ext>
            </a:extLst>
          </p:cNvPr>
          <p:cNvSpPr>
            <a:spLocks xmlns:a="http://schemas.openxmlformats.org/drawingml/2006/main" noGrp="1"/>
          </p:cNvSpPr>
          <p:nvPr/>
        </p:nvSpPr>
        <p:spPr>
          <a:xfrm xmlns:a="http://schemas.openxmlformats.org/drawingml/2006/main">
            <a:off x="7200900" y="5143500"/>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931"/>
          </a:bodyPr>
          <a:lstStyle xmlns:a="http://schemas.openxmlformats.org/drawingml/2006/main">
            <a:defPPr algn="l">
              <a:defRPr sz="1575" b="0">
                <a:solidFill>
                  <a:srgbClr val="24332F"/>
                </a:solidFill>
                <a:latin typeface="Arial"/>
                <a:ea typeface="Arial"/>
                <a:cs typeface="Arial"/>
              </a:defRPr>
            </a:defPPr>
            <a:lvl1pPr algn="l">
              <a:defRPr sz="1575" b="0">
                <a:solidFill>
                  <a:srgbClr val="24332F"/>
                </a:solidFill>
                <a:latin typeface="Arial"/>
                <a:ea typeface="Arial"/>
                <a:cs typeface="Arial"/>
              </a:defRPr>
            </a:lvl1pPr>
            <a:lvl2pPr algn="l">
              <a:defRPr sz="1575" b="0">
                <a:solidFill>
                  <a:srgbClr val="24332F"/>
                </a:solidFill>
                <a:latin typeface="Arial"/>
                <a:ea typeface="Arial"/>
                <a:cs typeface="Arial"/>
              </a:defRPr>
            </a:lvl2pPr>
            <a:lvl3pPr algn="l">
              <a:defRPr sz="1575" b="0">
                <a:solidFill>
                  <a:srgbClr val="24332F"/>
                </a:solidFill>
                <a:latin typeface="Arial"/>
                <a:ea typeface="Arial"/>
                <a:cs typeface="Arial"/>
              </a:defRPr>
            </a:lvl3pPr>
            <a:lvl4pPr algn="l">
              <a:defRPr sz="1575" b="0">
                <a:solidFill>
                  <a:srgbClr val="24332F"/>
                </a:solidFill>
                <a:latin typeface="Arial"/>
                <a:ea typeface="Arial"/>
                <a:cs typeface="Arial"/>
              </a:defRPr>
            </a:lvl4pPr>
            <a:lvl5pPr algn="l">
              <a:defRPr sz="1575" b="0">
                <a:solidFill>
                  <a:srgbClr val="24332F"/>
                </a:solidFill>
                <a:latin typeface="Arial"/>
                <a:ea typeface="Arial"/>
                <a:cs typeface="Arial"/>
              </a:defRPr>
            </a:lvl5pPr>
            <a:lvl6pPr algn="l">
              <a:defRPr sz="1575" b="0">
                <a:solidFill>
                  <a:srgbClr val="24332F"/>
                </a:solidFill>
                <a:latin typeface="Arial"/>
                <a:ea typeface="Arial"/>
                <a:cs typeface="Arial"/>
              </a:defRPr>
            </a:lvl6pPr>
            <a:lvl7pPr algn="l">
              <a:defRPr sz="1575" b="0">
                <a:solidFill>
                  <a:srgbClr val="24332F"/>
                </a:solidFill>
                <a:latin typeface="Arial"/>
                <a:ea typeface="Arial"/>
                <a:cs typeface="Arial"/>
              </a:defRPr>
            </a:lvl7pPr>
            <a:lvl8pPr algn="l">
              <a:defRPr sz="1575" b="0">
                <a:solidFill>
                  <a:srgbClr val="24332F"/>
                </a:solidFill>
                <a:latin typeface="Arial"/>
                <a:ea typeface="Arial"/>
                <a:cs typeface="Arial"/>
              </a:defRPr>
            </a:lvl8pPr>
            <a:lvl9pPr algn="l">
              <a:defRPr sz="1575" b="0">
                <a:solidFill>
                  <a:srgbClr val="24332F"/>
                </a:solidFill>
                <a:latin typeface="Arial"/>
                <a:ea typeface="Arial"/>
                <a:cs typeface="Arial"/>
              </a:defRPr>
            </a:lvl9pPr>
          </a:lstStyle>
          <a:p xmlns:a="http://schemas.openxmlformats.org/drawingml/2006/main">
            <a:pPr algn="l">
              <a:defRPr sz="1575" b="0">
                <a:solidFill>
                  <a:srgbClr val="24332F"/>
                </a:solidFill>
                <a:latin typeface="Arial"/>
                <a:ea typeface="Arial"/>
                <a:cs typeface="Arial"/>
              </a:defRPr>
            </a:pPr>
            <a:r>
              <a:rPr sz="1575" b="0">
                <a:solidFill>
                  <a:srgbClr val="24332F"/>
                </a:solidFill>
                <a:latin typeface="Arial"/>
                <a:ea typeface="Arial"/>
                <a:cs typeface="Arial"/>
              </a:rPr>
              <a:t>Báo giới hạn và đề xuất khảo sát sau mua.</a:t>
            </a:r>
          </a:p>
        </p:txBody>
      </p:sp>
    </p:spTree>
    <p:extLst>
      <p:ext uri="{BB962C8B-B14F-4D97-AF65-F5344CB8AC3E}">
        <p14:creationId xmlns:p14="http://schemas.microsoft.com/office/powerpoint/2010/main" val="1723442160"/>
      </p:ext>
    </p:extLst>
  </p:cSld>
</p:sld>
</file>

<file path=ppt/slides/slide12.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39554B-829A-4F89-8456-1EE80133846A}"/>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084067F8-0A0D-45FC-A027-0B2E35D7AD6B}"/>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SẢN PHẨM</a:t>
            </a:r>
          </a:p>
        </p:txBody>
      </p:sp>
      <p:sp>
        <p:nvSpPr>
          <p:cNvPr id="3" name="">
            <a:extLst xmlns:a="http://schemas.openxmlformats.org/drawingml/2006/main">
              <a:ext uri="{FF2B5EF4-FFF2-40B4-BE49-F238E27FC236}">
                <a16:creationId xmlns:a16="http://schemas.microsoft.com/office/drawing/2014/main" id="{07D23900-96D7-49A7-AF4C-E0F1A47C5EF5}"/>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Dashboard chạy offline từ aggregate</a:t>
            </a:r>
          </a:p>
        </p:txBody>
      </p:sp>
      <p:sp>
        <p:nvSpPr>
          <p:cNvPr id="4" name="">
            <a:extLst xmlns:a="http://schemas.openxmlformats.org/drawingml/2006/main">
              <a:ext uri="{FF2B5EF4-FFF2-40B4-BE49-F238E27FC236}">
                <a16:creationId xmlns:a16="http://schemas.microsoft.com/office/drawing/2014/main" id="{82DFC438-6262-4412-9E7E-941A9F38783A}"/>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F124CD0E-465E-4B8F-8050-CDE024C6F607}"/>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8DB9BBCD-89C2-4DCE-8A8C-A4B5209BADB1}"/>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12</a:t>
            </a:r>
          </a:p>
        </p:txBody>
      </p:sp>
      <p:sp>
        <p:nvSpPr>
          <p:cNvPr id="7" name="">
            <a:extLst xmlns:a="http://schemas.openxmlformats.org/drawingml/2006/main">
              <a:ext uri="{FF2B5EF4-FFF2-40B4-BE49-F238E27FC236}">
                <a16:creationId xmlns:a16="http://schemas.microsoft.com/office/drawing/2014/main" id="{9823758C-EDED-4201-8D5F-2A3C3BB28D81}"/>
              </a:ext>
            </a:extLst>
          </p:cNvPr>
          <p:cNvSpPr>
            <a:spLocks xmlns:a="http://schemas.openxmlformats.org/drawingml/2006/main" noGrp="1"/>
          </p:cNvSpPr>
          <p:nvPr/>
        </p:nvSpPr>
        <p:spPr>
          <a:xfrm xmlns:a="http://schemas.openxmlformats.org/drawingml/2006/main">
            <a:off x="952500" y="20764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E3A64B"/>
                </a:solidFill>
                <a:latin typeface="Arial"/>
                <a:ea typeface="Arial"/>
                <a:cs typeface="Arial"/>
              </a:defRPr>
            </a:defPPr>
            <a:lvl1pPr algn="l">
              <a:defRPr sz="1575" b="1">
                <a:solidFill>
                  <a:srgbClr val="E3A64B"/>
                </a:solidFill>
                <a:latin typeface="Arial"/>
                <a:ea typeface="Arial"/>
                <a:cs typeface="Arial"/>
              </a:defRPr>
            </a:lvl1pPr>
            <a:lvl2pPr algn="l">
              <a:defRPr sz="1575" b="1">
                <a:solidFill>
                  <a:srgbClr val="E3A64B"/>
                </a:solidFill>
                <a:latin typeface="Arial"/>
                <a:ea typeface="Arial"/>
                <a:cs typeface="Arial"/>
              </a:defRPr>
            </a:lvl2pPr>
            <a:lvl3pPr algn="l">
              <a:defRPr sz="1575" b="1">
                <a:solidFill>
                  <a:srgbClr val="E3A64B"/>
                </a:solidFill>
                <a:latin typeface="Arial"/>
                <a:ea typeface="Arial"/>
                <a:cs typeface="Arial"/>
              </a:defRPr>
            </a:lvl3pPr>
            <a:lvl4pPr algn="l">
              <a:defRPr sz="1575" b="1">
                <a:solidFill>
                  <a:srgbClr val="E3A64B"/>
                </a:solidFill>
                <a:latin typeface="Arial"/>
                <a:ea typeface="Arial"/>
                <a:cs typeface="Arial"/>
              </a:defRPr>
            </a:lvl4pPr>
            <a:lvl5pPr algn="l">
              <a:defRPr sz="1575" b="1">
                <a:solidFill>
                  <a:srgbClr val="E3A64B"/>
                </a:solidFill>
                <a:latin typeface="Arial"/>
                <a:ea typeface="Arial"/>
                <a:cs typeface="Arial"/>
              </a:defRPr>
            </a:lvl5pPr>
            <a:lvl6pPr algn="l">
              <a:defRPr sz="1575" b="1">
                <a:solidFill>
                  <a:srgbClr val="E3A64B"/>
                </a:solidFill>
                <a:latin typeface="Arial"/>
                <a:ea typeface="Arial"/>
                <a:cs typeface="Arial"/>
              </a:defRPr>
            </a:lvl6pPr>
            <a:lvl7pPr algn="l">
              <a:defRPr sz="1575" b="1">
                <a:solidFill>
                  <a:srgbClr val="E3A64B"/>
                </a:solidFill>
                <a:latin typeface="Arial"/>
                <a:ea typeface="Arial"/>
                <a:cs typeface="Arial"/>
              </a:defRPr>
            </a:lvl7pPr>
            <a:lvl8pPr algn="l">
              <a:defRPr sz="1575" b="1">
                <a:solidFill>
                  <a:srgbClr val="E3A64B"/>
                </a:solidFill>
                <a:latin typeface="Arial"/>
                <a:ea typeface="Arial"/>
                <a:cs typeface="Arial"/>
              </a:defRPr>
            </a:lvl8pPr>
            <a:lvl9pPr algn="l">
              <a:defRPr sz="1575" b="1">
                <a:solidFill>
                  <a:srgbClr val="E3A64B"/>
                </a:solidFill>
                <a:latin typeface="Arial"/>
                <a:ea typeface="Arial"/>
                <a:cs typeface="Arial"/>
              </a:defRPr>
            </a:lvl9pPr>
          </a:lstStyle>
          <a:p xmlns:a="http://schemas.openxmlformats.org/drawingml/2006/main">
            <a:pPr algn="l">
              <a:defRPr sz="1575" b="1">
                <a:solidFill>
                  <a:srgbClr val="E3A64B"/>
                </a:solidFill>
                <a:latin typeface="Arial"/>
                <a:ea typeface="Arial"/>
                <a:cs typeface="Arial"/>
              </a:defRPr>
            </a:pPr>
            <a:r>
              <a:rPr sz="1575" b="1">
                <a:solidFill>
                  <a:srgbClr val="E3A64B"/>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15BFBBC5-655D-4636-B6C5-E05CF7583049}"/>
              </a:ext>
            </a:extLst>
          </p:cNvPr>
          <p:cNvSpPr>
            <a:spLocks xmlns:a="http://schemas.openxmlformats.org/drawingml/2006/main" noGrp="1"/>
          </p:cNvSpPr>
          <p:nvPr/>
        </p:nvSpPr>
        <p:spPr>
          <a:xfrm xmlns:a="http://schemas.openxmlformats.org/drawingml/2006/main">
            <a:off x="1638300" y="20764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Tổng quan doanh số</a:t>
            </a:r>
          </a:p>
        </p:txBody>
      </p:sp>
      <p:sp>
        <p:nvSpPr>
          <p:cNvPr id="9" name="">
            <a:extLst xmlns:a="http://schemas.openxmlformats.org/drawingml/2006/main">
              <a:ext uri="{FF2B5EF4-FFF2-40B4-BE49-F238E27FC236}">
                <a16:creationId xmlns:a16="http://schemas.microsoft.com/office/drawing/2014/main" id="{A2CC3CCB-C2CD-4D27-8EE9-A61C43D4C2A3}"/>
              </a:ext>
            </a:extLst>
          </p:cNvPr>
          <p:cNvSpPr>
            <a:spLocks xmlns:a="http://schemas.openxmlformats.org/drawingml/2006/main" noGrp="1"/>
          </p:cNvSpPr>
          <p:nvPr/>
        </p:nvSpPr>
        <p:spPr>
          <a:xfrm xmlns:a="http://schemas.openxmlformats.org/drawingml/2006/main">
            <a:off x="1638300" y="2590800"/>
            <a:ext cx="38862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0" name="">
            <a:extLst xmlns:a="http://schemas.openxmlformats.org/drawingml/2006/main">
              <a:ext uri="{FF2B5EF4-FFF2-40B4-BE49-F238E27FC236}">
                <a16:creationId xmlns:a16="http://schemas.microsoft.com/office/drawing/2014/main" id="{6EE10F75-4A26-4D5A-8EE5-AC221E8622B4}"/>
              </a:ext>
            </a:extLst>
          </p:cNvPr>
          <p:cNvSpPr>
            <a:spLocks xmlns:a="http://schemas.openxmlformats.org/drawingml/2006/main" noGrp="1"/>
          </p:cNvSpPr>
          <p:nvPr/>
        </p:nvSpPr>
        <p:spPr>
          <a:xfrm xmlns:a="http://schemas.openxmlformats.org/drawingml/2006/main">
            <a:off x="952500" y="29718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E3A64B"/>
                </a:solidFill>
                <a:latin typeface="Arial"/>
                <a:ea typeface="Arial"/>
                <a:cs typeface="Arial"/>
              </a:defRPr>
            </a:defPPr>
            <a:lvl1pPr algn="l">
              <a:defRPr sz="1575" b="1">
                <a:solidFill>
                  <a:srgbClr val="E3A64B"/>
                </a:solidFill>
                <a:latin typeface="Arial"/>
                <a:ea typeface="Arial"/>
                <a:cs typeface="Arial"/>
              </a:defRPr>
            </a:lvl1pPr>
            <a:lvl2pPr algn="l">
              <a:defRPr sz="1575" b="1">
                <a:solidFill>
                  <a:srgbClr val="E3A64B"/>
                </a:solidFill>
                <a:latin typeface="Arial"/>
                <a:ea typeface="Arial"/>
                <a:cs typeface="Arial"/>
              </a:defRPr>
            </a:lvl2pPr>
            <a:lvl3pPr algn="l">
              <a:defRPr sz="1575" b="1">
                <a:solidFill>
                  <a:srgbClr val="E3A64B"/>
                </a:solidFill>
                <a:latin typeface="Arial"/>
                <a:ea typeface="Arial"/>
                <a:cs typeface="Arial"/>
              </a:defRPr>
            </a:lvl3pPr>
            <a:lvl4pPr algn="l">
              <a:defRPr sz="1575" b="1">
                <a:solidFill>
                  <a:srgbClr val="E3A64B"/>
                </a:solidFill>
                <a:latin typeface="Arial"/>
                <a:ea typeface="Arial"/>
                <a:cs typeface="Arial"/>
              </a:defRPr>
            </a:lvl4pPr>
            <a:lvl5pPr algn="l">
              <a:defRPr sz="1575" b="1">
                <a:solidFill>
                  <a:srgbClr val="E3A64B"/>
                </a:solidFill>
                <a:latin typeface="Arial"/>
                <a:ea typeface="Arial"/>
                <a:cs typeface="Arial"/>
              </a:defRPr>
            </a:lvl5pPr>
            <a:lvl6pPr algn="l">
              <a:defRPr sz="1575" b="1">
                <a:solidFill>
                  <a:srgbClr val="E3A64B"/>
                </a:solidFill>
                <a:latin typeface="Arial"/>
                <a:ea typeface="Arial"/>
                <a:cs typeface="Arial"/>
              </a:defRPr>
            </a:lvl6pPr>
            <a:lvl7pPr algn="l">
              <a:defRPr sz="1575" b="1">
                <a:solidFill>
                  <a:srgbClr val="E3A64B"/>
                </a:solidFill>
                <a:latin typeface="Arial"/>
                <a:ea typeface="Arial"/>
                <a:cs typeface="Arial"/>
              </a:defRPr>
            </a:lvl7pPr>
            <a:lvl8pPr algn="l">
              <a:defRPr sz="1575" b="1">
                <a:solidFill>
                  <a:srgbClr val="E3A64B"/>
                </a:solidFill>
                <a:latin typeface="Arial"/>
                <a:ea typeface="Arial"/>
                <a:cs typeface="Arial"/>
              </a:defRPr>
            </a:lvl8pPr>
            <a:lvl9pPr algn="l">
              <a:defRPr sz="1575" b="1">
                <a:solidFill>
                  <a:srgbClr val="E3A64B"/>
                </a:solidFill>
                <a:latin typeface="Arial"/>
                <a:ea typeface="Arial"/>
                <a:cs typeface="Arial"/>
              </a:defRPr>
            </a:lvl9pPr>
          </a:lstStyle>
          <a:p xmlns:a="http://schemas.openxmlformats.org/drawingml/2006/main">
            <a:pPr algn="l">
              <a:defRPr sz="1575" b="1">
                <a:solidFill>
                  <a:srgbClr val="E3A64B"/>
                </a:solidFill>
                <a:latin typeface="Arial"/>
                <a:ea typeface="Arial"/>
                <a:cs typeface="Arial"/>
              </a:defRPr>
            </a:pPr>
            <a:r>
              <a:rPr sz="1575" b="1">
                <a:solidFill>
                  <a:srgbClr val="E3A64B"/>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2339F7B-6B19-4D7B-8215-64BFAD771135}"/>
              </a:ext>
            </a:extLst>
          </p:cNvPr>
          <p:cNvSpPr>
            <a:spLocks xmlns:a="http://schemas.openxmlformats.org/drawingml/2006/main" noGrp="1"/>
          </p:cNvSpPr>
          <p:nvPr/>
        </p:nvSpPr>
        <p:spPr>
          <a:xfrm xmlns:a="http://schemas.openxmlformats.org/drawingml/2006/main">
            <a:off x="1638300" y="29718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Phân khúc khách</a:t>
            </a:r>
          </a:p>
        </p:txBody>
      </p:sp>
      <p:sp>
        <p:nvSpPr>
          <p:cNvPr id="12" name="">
            <a:extLst xmlns:a="http://schemas.openxmlformats.org/drawingml/2006/main">
              <a:ext uri="{FF2B5EF4-FFF2-40B4-BE49-F238E27FC236}">
                <a16:creationId xmlns:a16="http://schemas.microsoft.com/office/drawing/2014/main" id="{47B6F1ED-9EAC-4E9D-9CDF-E3049C2606CF}"/>
              </a:ext>
            </a:extLst>
          </p:cNvPr>
          <p:cNvSpPr>
            <a:spLocks xmlns:a="http://schemas.openxmlformats.org/drawingml/2006/main" noGrp="1"/>
          </p:cNvSpPr>
          <p:nvPr/>
        </p:nvSpPr>
        <p:spPr>
          <a:xfrm xmlns:a="http://schemas.openxmlformats.org/drawingml/2006/main">
            <a:off x="1638300" y="3486150"/>
            <a:ext cx="38862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3" name="">
            <a:extLst xmlns:a="http://schemas.openxmlformats.org/drawingml/2006/main">
              <a:ext uri="{FF2B5EF4-FFF2-40B4-BE49-F238E27FC236}">
                <a16:creationId xmlns:a16="http://schemas.microsoft.com/office/drawing/2014/main" id="{D48286D8-E98A-4C6C-A346-EDDF067CF740}"/>
              </a:ext>
            </a:extLst>
          </p:cNvPr>
          <p:cNvSpPr>
            <a:spLocks xmlns:a="http://schemas.openxmlformats.org/drawingml/2006/main" noGrp="1"/>
          </p:cNvSpPr>
          <p:nvPr/>
        </p:nvSpPr>
        <p:spPr>
          <a:xfrm xmlns:a="http://schemas.openxmlformats.org/drawingml/2006/main">
            <a:off x="952500" y="38671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E3A64B"/>
                </a:solidFill>
                <a:latin typeface="Arial"/>
                <a:ea typeface="Arial"/>
                <a:cs typeface="Arial"/>
              </a:defRPr>
            </a:defPPr>
            <a:lvl1pPr algn="l">
              <a:defRPr sz="1575" b="1">
                <a:solidFill>
                  <a:srgbClr val="E3A64B"/>
                </a:solidFill>
                <a:latin typeface="Arial"/>
                <a:ea typeface="Arial"/>
                <a:cs typeface="Arial"/>
              </a:defRPr>
            </a:lvl1pPr>
            <a:lvl2pPr algn="l">
              <a:defRPr sz="1575" b="1">
                <a:solidFill>
                  <a:srgbClr val="E3A64B"/>
                </a:solidFill>
                <a:latin typeface="Arial"/>
                <a:ea typeface="Arial"/>
                <a:cs typeface="Arial"/>
              </a:defRPr>
            </a:lvl2pPr>
            <a:lvl3pPr algn="l">
              <a:defRPr sz="1575" b="1">
                <a:solidFill>
                  <a:srgbClr val="E3A64B"/>
                </a:solidFill>
                <a:latin typeface="Arial"/>
                <a:ea typeface="Arial"/>
                <a:cs typeface="Arial"/>
              </a:defRPr>
            </a:lvl3pPr>
            <a:lvl4pPr algn="l">
              <a:defRPr sz="1575" b="1">
                <a:solidFill>
                  <a:srgbClr val="E3A64B"/>
                </a:solidFill>
                <a:latin typeface="Arial"/>
                <a:ea typeface="Arial"/>
                <a:cs typeface="Arial"/>
              </a:defRPr>
            </a:lvl4pPr>
            <a:lvl5pPr algn="l">
              <a:defRPr sz="1575" b="1">
                <a:solidFill>
                  <a:srgbClr val="E3A64B"/>
                </a:solidFill>
                <a:latin typeface="Arial"/>
                <a:ea typeface="Arial"/>
                <a:cs typeface="Arial"/>
              </a:defRPr>
            </a:lvl5pPr>
            <a:lvl6pPr algn="l">
              <a:defRPr sz="1575" b="1">
                <a:solidFill>
                  <a:srgbClr val="E3A64B"/>
                </a:solidFill>
                <a:latin typeface="Arial"/>
                <a:ea typeface="Arial"/>
                <a:cs typeface="Arial"/>
              </a:defRPr>
            </a:lvl6pPr>
            <a:lvl7pPr algn="l">
              <a:defRPr sz="1575" b="1">
                <a:solidFill>
                  <a:srgbClr val="E3A64B"/>
                </a:solidFill>
                <a:latin typeface="Arial"/>
                <a:ea typeface="Arial"/>
                <a:cs typeface="Arial"/>
              </a:defRPr>
            </a:lvl7pPr>
            <a:lvl8pPr algn="l">
              <a:defRPr sz="1575" b="1">
                <a:solidFill>
                  <a:srgbClr val="E3A64B"/>
                </a:solidFill>
                <a:latin typeface="Arial"/>
                <a:ea typeface="Arial"/>
                <a:cs typeface="Arial"/>
              </a:defRPr>
            </a:lvl8pPr>
            <a:lvl9pPr algn="l">
              <a:defRPr sz="1575" b="1">
                <a:solidFill>
                  <a:srgbClr val="E3A64B"/>
                </a:solidFill>
                <a:latin typeface="Arial"/>
                <a:ea typeface="Arial"/>
                <a:cs typeface="Arial"/>
              </a:defRPr>
            </a:lvl9pPr>
          </a:lstStyle>
          <a:p xmlns:a="http://schemas.openxmlformats.org/drawingml/2006/main">
            <a:pPr algn="l">
              <a:defRPr sz="1575" b="1">
                <a:solidFill>
                  <a:srgbClr val="E3A64B"/>
                </a:solidFill>
                <a:latin typeface="Arial"/>
                <a:ea typeface="Arial"/>
                <a:cs typeface="Arial"/>
              </a:defRPr>
            </a:pPr>
            <a:r>
              <a:rPr sz="1575" b="1">
                <a:solidFill>
                  <a:srgbClr val="E3A64B"/>
                </a:solidFill>
                <a:latin typeface="Arial"/>
                <a:ea typeface="Arial"/>
                <a:cs typeface="Arial"/>
              </a:rPr>
              <a:t>03</a:t>
            </a:r>
          </a:p>
        </p:txBody>
      </p:sp>
      <p:sp>
        <p:nvSpPr>
          <p:cNvPr id="14" name="">
            <a:extLst xmlns:a="http://schemas.openxmlformats.org/drawingml/2006/main">
              <a:ext uri="{FF2B5EF4-FFF2-40B4-BE49-F238E27FC236}">
                <a16:creationId xmlns:a16="http://schemas.microsoft.com/office/drawing/2014/main" id="{543DAFE1-8438-40FD-AA12-3B5A15CA8E52}"/>
              </a:ext>
            </a:extLst>
          </p:cNvPr>
          <p:cNvSpPr>
            <a:spLocks xmlns:a="http://schemas.openxmlformats.org/drawingml/2006/main" noGrp="1"/>
          </p:cNvSpPr>
          <p:nvPr/>
        </p:nvSpPr>
        <p:spPr>
          <a:xfrm xmlns:a="http://schemas.openxmlformats.org/drawingml/2006/main">
            <a:off x="1638300" y="38671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Combo gợi ý</a:t>
            </a:r>
          </a:p>
        </p:txBody>
      </p:sp>
      <p:sp>
        <p:nvSpPr>
          <p:cNvPr id="15" name="">
            <a:extLst xmlns:a="http://schemas.openxmlformats.org/drawingml/2006/main">
              <a:ext uri="{FF2B5EF4-FFF2-40B4-BE49-F238E27FC236}">
                <a16:creationId xmlns:a16="http://schemas.microsoft.com/office/drawing/2014/main" id="{846FC33A-6130-48BB-9643-B5249A69633D}"/>
              </a:ext>
            </a:extLst>
          </p:cNvPr>
          <p:cNvSpPr>
            <a:spLocks xmlns:a="http://schemas.openxmlformats.org/drawingml/2006/main" noGrp="1"/>
          </p:cNvSpPr>
          <p:nvPr/>
        </p:nvSpPr>
        <p:spPr>
          <a:xfrm xmlns:a="http://schemas.openxmlformats.org/drawingml/2006/main">
            <a:off x="1638300" y="4381500"/>
            <a:ext cx="38862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6" name="">
            <a:extLst xmlns:a="http://schemas.openxmlformats.org/drawingml/2006/main">
              <a:ext uri="{FF2B5EF4-FFF2-40B4-BE49-F238E27FC236}">
                <a16:creationId xmlns:a16="http://schemas.microsoft.com/office/drawing/2014/main" id="{52E8A9EA-FFFC-4B02-8681-46B03352F9F7}"/>
              </a:ext>
            </a:extLst>
          </p:cNvPr>
          <p:cNvSpPr>
            <a:spLocks xmlns:a="http://schemas.openxmlformats.org/drawingml/2006/main" noGrp="1"/>
          </p:cNvSpPr>
          <p:nvPr/>
        </p:nvSpPr>
        <p:spPr>
          <a:xfrm xmlns:a="http://schemas.openxmlformats.org/drawingml/2006/main">
            <a:off x="6429375" y="207645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E3A64B"/>
                </a:solidFill>
                <a:latin typeface="Arial"/>
                <a:ea typeface="Arial"/>
                <a:cs typeface="Arial"/>
              </a:defRPr>
            </a:defPPr>
            <a:lvl1pPr algn="l">
              <a:defRPr sz="1575" b="1">
                <a:solidFill>
                  <a:srgbClr val="E3A64B"/>
                </a:solidFill>
                <a:latin typeface="Arial"/>
                <a:ea typeface="Arial"/>
                <a:cs typeface="Arial"/>
              </a:defRPr>
            </a:lvl1pPr>
            <a:lvl2pPr algn="l">
              <a:defRPr sz="1575" b="1">
                <a:solidFill>
                  <a:srgbClr val="E3A64B"/>
                </a:solidFill>
                <a:latin typeface="Arial"/>
                <a:ea typeface="Arial"/>
                <a:cs typeface="Arial"/>
              </a:defRPr>
            </a:lvl2pPr>
            <a:lvl3pPr algn="l">
              <a:defRPr sz="1575" b="1">
                <a:solidFill>
                  <a:srgbClr val="E3A64B"/>
                </a:solidFill>
                <a:latin typeface="Arial"/>
                <a:ea typeface="Arial"/>
                <a:cs typeface="Arial"/>
              </a:defRPr>
            </a:lvl3pPr>
            <a:lvl4pPr algn="l">
              <a:defRPr sz="1575" b="1">
                <a:solidFill>
                  <a:srgbClr val="E3A64B"/>
                </a:solidFill>
                <a:latin typeface="Arial"/>
                <a:ea typeface="Arial"/>
                <a:cs typeface="Arial"/>
              </a:defRPr>
            </a:lvl4pPr>
            <a:lvl5pPr algn="l">
              <a:defRPr sz="1575" b="1">
                <a:solidFill>
                  <a:srgbClr val="E3A64B"/>
                </a:solidFill>
                <a:latin typeface="Arial"/>
                <a:ea typeface="Arial"/>
                <a:cs typeface="Arial"/>
              </a:defRPr>
            </a:lvl5pPr>
            <a:lvl6pPr algn="l">
              <a:defRPr sz="1575" b="1">
                <a:solidFill>
                  <a:srgbClr val="E3A64B"/>
                </a:solidFill>
                <a:latin typeface="Arial"/>
                <a:ea typeface="Arial"/>
                <a:cs typeface="Arial"/>
              </a:defRPr>
            </a:lvl6pPr>
            <a:lvl7pPr algn="l">
              <a:defRPr sz="1575" b="1">
                <a:solidFill>
                  <a:srgbClr val="E3A64B"/>
                </a:solidFill>
                <a:latin typeface="Arial"/>
                <a:ea typeface="Arial"/>
                <a:cs typeface="Arial"/>
              </a:defRPr>
            </a:lvl7pPr>
            <a:lvl8pPr algn="l">
              <a:defRPr sz="1575" b="1">
                <a:solidFill>
                  <a:srgbClr val="E3A64B"/>
                </a:solidFill>
                <a:latin typeface="Arial"/>
                <a:ea typeface="Arial"/>
                <a:cs typeface="Arial"/>
              </a:defRPr>
            </a:lvl8pPr>
            <a:lvl9pPr algn="l">
              <a:defRPr sz="1575" b="1">
                <a:solidFill>
                  <a:srgbClr val="E3A64B"/>
                </a:solidFill>
                <a:latin typeface="Arial"/>
                <a:ea typeface="Arial"/>
                <a:cs typeface="Arial"/>
              </a:defRPr>
            </a:lvl9pPr>
          </a:lstStyle>
          <a:p xmlns:a="http://schemas.openxmlformats.org/drawingml/2006/main">
            <a:pPr algn="l">
              <a:defRPr sz="1575" b="1">
                <a:solidFill>
                  <a:srgbClr val="E3A64B"/>
                </a:solidFill>
                <a:latin typeface="Arial"/>
                <a:ea typeface="Arial"/>
                <a:cs typeface="Arial"/>
              </a:defRPr>
            </a:pPr>
            <a:r>
              <a:rPr sz="1575" b="1">
                <a:solidFill>
                  <a:srgbClr val="E3A64B"/>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D4AB232C-F431-421A-A7F0-C3A8CA8275C5}"/>
              </a:ext>
            </a:extLst>
          </p:cNvPr>
          <p:cNvSpPr>
            <a:spLocks xmlns:a="http://schemas.openxmlformats.org/drawingml/2006/main" noGrp="1"/>
          </p:cNvSpPr>
          <p:nvPr/>
        </p:nvSpPr>
        <p:spPr>
          <a:xfrm xmlns:a="http://schemas.openxmlformats.org/drawingml/2006/main">
            <a:off x="7115175" y="20764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Chất lượng &amp; kiểm toán</a:t>
            </a:r>
          </a:p>
        </p:txBody>
      </p:sp>
      <p:sp>
        <p:nvSpPr>
          <p:cNvPr id="18" name="">
            <a:extLst xmlns:a="http://schemas.openxmlformats.org/drawingml/2006/main">
              <a:ext uri="{FF2B5EF4-FFF2-40B4-BE49-F238E27FC236}">
                <a16:creationId xmlns:a16="http://schemas.microsoft.com/office/drawing/2014/main" id="{C36C5175-2F1E-4E58-A20C-9DEAFE17D21D}"/>
              </a:ext>
            </a:extLst>
          </p:cNvPr>
          <p:cNvSpPr>
            <a:spLocks xmlns:a="http://schemas.openxmlformats.org/drawingml/2006/main" noGrp="1"/>
          </p:cNvSpPr>
          <p:nvPr/>
        </p:nvSpPr>
        <p:spPr>
          <a:xfrm xmlns:a="http://schemas.openxmlformats.org/drawingml/2006/main">
            <a:off x="7115175" y="2590800"/>
            <a:ext cx="38862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9" name="">
            <a:extLst xmlns:a="http://schemas.openxmlformats.org/drawingml/2006/main">
              <a:ext uri="{FF2B5EF4-FFF2-40B4-BE49-F238E27FC236}">
                <a16:creationId xmlns:a16="http://schemas.microsoft.com/office/drawing/2014/main" id="{43B38DE7-579A-4AF2-8E2E-A25AD0D72C2E}"/>
              </a:ext>
            </a:extLst>
          </p:cNvPr>
          <p:cNvSpPr>
            <a:spLocks xmlns:a="http://schemas.openxmlformats.org/drawingml/2006/main" noGrp="1"/>
          </p:cNvSpPr>
          <p:nvPr/>
        </p:nvSpPr>
        <p:spPr>
          <a:xfrm xmlns:a="http://schemas.openxmlformats.org/drawingml/2006/main">
            <a:off x="6429375" y="2971800"/>
            <a:ext cx="523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75" b="1">
                <a:solidFill>
                  <a:srgbClr val="E3A64B"/>
                </a:solidFill>
                <a:latin typeface="Arial"/>
                <a:ea typeface="Arial"/>
                <a:cs typeface="Arial"/>
              </a:defRPr>
            </a:defPPr>
            <a:lvl1pPr algn="l">
              <a:defRPr sz="1575" b="1">
                <a:solidFill>
                  <a:srgbClr val="E3A64B"/>
                </a:solidFill>
                <a:latin typeface="Arial"/>
                <a:ea typeface="Arial"/>
                <a:cs typeface="Arial"/>
              </a:defRPr>
            </a:lvl1pPr>
            <a:lvl2pPr algn="l">
              <a:defRPr sz="1575" b="1">
                <a:solidFill>
                  <a:srgbClr val="E3A64B"/>
                </a:solidFill>
                <a:latin typeface="Arial"/>
                <a:ea typeface="Arial"/>
                <a:cs typeface="Arial"/>
              </a:defRPr>
            </a:lvl2pPr>
            <a:lvl3pPr algn="l">
              <a:defRPr sz="1575" b="1">
                <a:solidFill>
                  <a:srgbClr val="E3A64B"/>
                </a:solidFill>
                <a:latin typeface="Arial"/>
                <a:ea typeface="Arial"/>
                <a:cs typeface="Arial"/>
              </a:defRPr>
            </a:lvl3pPr>
            <a:lvl4pPr algn="l">
              <a:defRPr sz="1575" b="1">
                <a:solidFill>
                  <a:srgbClr val="E3A64B"/>
                </a:solidFill>
                <a:latin typeface="Arial"/>
                <a:ea typeface="Arial"/>
                <a:cs typeface="Arial"/>
              </a:defRPr>
            </a:lvl4pPr>
            <a:lvl5pPr algn="l">
              <a:defRPr sz="1575" b="1">
                <a:solidFill>
                  <a:srgbClr val="E3A64B"/>
                </a:solidFill>
                <a:latin typeface="Arial"/>
                <a:ea typeface="Arial"/>
                <a:cs typeface="Arial"/>
              </a:defRPr>
            </a:lvl5pPr>
            <a:lvl6pPr algn="l">
              <a:defRPr sz="1575" b="1">
                <a:solidFill>
                  <a:srgbClr val="E3A64B"/>
                </a:solidFill>
                <a:latin typeface="Arial"/>
                <a:ea typeface="Arial"/>
                <a:cs typeface="Arial"/>
              </a:defRPr>
            </a:lvl6pPr>
            <a:lvl7pPr algn="l">
              <a:defRPr sz="1575" b="1">
                <a:solidFill>
                  <a:srgbClr val="E3A64B"/>
                </a:solidFill>
                <a:latin typeface="Arial"/>
                <a:ea typeface="Arial"/>
                <a:cs typeface="Arial"/>
              </a:defRPr>
            </a:lvl7pPr>
            <a:lvl8pPr algn="l">
              <a:defRPr sz="1575" b="1">
                <a:solidFill>
                  <a:srgbClr val="E3A64B"/>
                </a:solidFill>
                <a:latin typeface="Arial"/>
                <a:ea typeface="Arial"/>
                <a:cs typeface="Arial"/>
              </a:defRPr>
            </a:lvl8pPr>
            <a:lvl9pPr algn="l">
              <a:defRPr sz="1575" b="1">
                <a:solidFill>
                  <a:srgbClr val="E3A64B"/>
                </a:solidFill>
                <a:latin typeface="Arial"/>
                <a:ea typeface="Arial"/>
                <a:cs typeface="Arial"/>
              </a:defRPr>
            </a:lvl9pPr>
          </a:lstStyle>
          <a:p xmlns:a="http://schemas.openxmlformats.org/drawingml/2006/main">
            <a:pPr algn="l">
              <a:defRPr sz="1575" b="1">
                <a:solidFill>
                  <a:srgbClr val="E3A64B"/>
                </a:solidFill>
                <a:latin typeface="Arial"/>
                <a:ea typeface="Arial"/>
                <a:cs typeface="Arial"/>
              </a:defRPr>
            </a:pPr>
            <a:r>
              <a:rPr sz="1575" b="1">
                <a:solidFill>
                  <a:srgbClr val="E3A64B"/>
                </a:solidFill>
                <a:latin typeface="Arial"/>
                <a:ea typeface="Arial"/>
                <a:cs typeface="Arial"/>
              </a:rPr>
              <a:t>05</a:t>
            </a:r>
          </a:p>
        </p:txBody>
      </p:sp>
      <p:sp>
        <p:nvSpPr>
          <p:cNvPr id="20" name="">
            <a:extLst xmlns:a="http://schemas.openxmlformats.org/drawingml/2006/main">
              <a:ext uri="{FF2B5EF4-FFF2-40B4-BE49-F238E27FC236}">
                <a16:creationId xmlns:a16="http://schemas.microsoft.com/office/drawing/2014/main" id="{E24B1F9C-7F8E-4039-95C2-9C6DCFCB9FC0}"/>
              </a:ext>
            </a:extLst>
          </p:cNvPr>
          <p:cNvSpPr>
            <a:spLocks xmlns:a="http://schemas.openxmlformats.org/drawingml/2006/main" noGrp="1"/>
          </p:cNvSpPr>
          <p:nvPr/>
        </p:nvSpPr>
        <p:spPr>
          <a:xfrm xmlns:a="http://schemas.openxmlformats.org/drawingml/2006/main">
            <a:off x="7115175" y="297180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Mô hình mua lại</a:t>
            </a:r>
          </a:p>
        </p:txBody>
      </p:sp>
      <p:sp>
        <p:nvSpPr>
          <p:cNvPr id="21" name="">
            <a:extLst xmlns:a="http://schemas.openxmlformats.org/drawingml/2006/main">
              <a:ext uri="{FF2B5EF4-FFF2-40B4-BE49-F238E27FC236}">
                <a16:creationId xmlns:a16="http://schemas.microsoft.com/office/drawing/2014/main" id="{9E36C890-CC9E-4104-8B2C-358D08427414}"/>
              </a:ext>
            </a:extLst>
          </p:cNvPr>
          <p:cNvSpPr>
            <a:spLocks xmlns:a="http://schemas.openxmlformats.org/drawingml/2006/main" noGrp="1"/>
          </p:cNvSpPr>
          <p:nvPr/>
        </p:nvSpPr>
        <p:spPr>
          <a:xfrm xmlns:a="http://schemas.openxmlformats.org/drawingml/2006/main">
            <a:off x="7115175" y="3486150"/>
            <a:ext cx="38862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22" name="">
            <a:extLst xmlns:a="http://schemas.openxmlformats.org/drawingml/2006/main">
              <a:ext uri="{FF2B5EF4-FFF2-40B4-BE49-F238E27FC236}">
                <a16:creationId xmlns:a16="http://schemas.microsoft.com/office/drawing/2014/main" id="{E495A441-5F02-473B-B072-C29FCFC8AC5A}"/>
              </a:ext>
            </a:extLst>
          </p:cNvPr>
          <p:cNvSpPr>
            <a:spLocks xmlns:a="http://schemas.openxmlformats.org/drawingml/2006/main" noGrp="1"/>
          </p:cNvSpPr>
          <p:nvPr/>
        </p:nvSpPr>
        <p:spPr>
          <a:xfrm xmlns:a="http://schemas.openxmlformats.org/drawingml/2006/main">
            <a:off x="952500" y="5334000"/>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176B87"/>
                </a:solidFill>
                <a:latin typeface="Arial"/>
                <a:ea typeface="Arial"/>
                <a:cs typeface="Arial"/>
              </a:defRPr>
            </a:defPPr>
            <a:lvl1pPr algn="l">
              <a:defRPr sz="1725" b="1">
                <a:solidFill>
                  <a:srgbClr val="176B87"/>
                </a:solidFill>
                <a:latin typeface="Arial"/>
                <a:ea typeface="Arial"/>
                <a:cs typeface="Arial"/>
              </a:defRPr>
            </a:lvl1pPr>
            <a:lvl2pPr algn="l">
              <a:defRPr sz="1725" b="1">
                <a:solidFill>
                  <a:srgbClr val="176B87"/>
                </a:solidFill>
                <a:latin typeface="Arial"/>
                <a:ea typeface="Arial"/>
                <a:cs typeface="Arial"/>
              </a:defRPr>
            </a:lvl2pPr>
            <a:lvl3pPr algn="l">
              <a:defRPr sz="1725" b="1">
                <a:solidFill>
                  <a:srgbClr val="176B87"/>
                </a:solidFill>
                <a:latin typeface="Arial"/>
                <a:ea typeface="Arial"/>
                <a:cs typeface="Arial"/>
              </a:defRPr>
            </a:lvl3pPr>
            <a:lvl4pPr algn="l">
              <a:defRPr sz="1725" b="1">
                <a:solidFill>
                  <a:srgbClr val="176B87"/>
                </a:solidFill>
                <a:latin typeface="Arial"/>
                <a:ea typeface="Arial"/>
                <a:cs typeface="Arial"/>
              </a:defRPr>
            </a:lvl4pPr>
            <a:lvl5pPr algn="l">
              <a:defRPr sz="1725" b="1">
                <a:solidFill>
                  <a:srgbClr val="176B87"/>
                </a:solidFill>
                <a:latin typeface="Arial"/>
                <a:ea typeface="Arial"/>
                <a:cs typeface="Arial"/>
              </a:defRPr>
            </a:lvl5pPr>
            <a:lvl6pPr algn="l">
              <a:defRPr sz="1725" b="1">
                <a:solidFill>
                  <a:srgbClr val="176B87"/>
                </a:solidFill>
                <a:latin typeface="Arial"/>
                <a:ea typeface="Arial"/>
                <a:cs typeface="Arial"/>
              </a:defRPr>
            </a:lvl6pPr>
            <a:lvl7pPr algn="l">
              <a:defRPr sz="1725" b="1">
                <a:solidFill>
                  <a:srgbClr val="176B87"/>
                </a:solidFill>
                <a:latin typeface="Arial"/>
                <a:ea typeface="Arial"/>
                <a:cs typeface="Arial"/>
              </a:defRPr>
            </a:lvl7pPr>
            <a:lvl8pPr algn="l">
              <a:defRPr sz="1725" b="1">
                <a:solidFill>
                  <a:srgbClr val="176B87"/>
                </a:solidFill>
                <a:latin typeface="Arial"/>
                <a:ea typeface="Arial"/>
                <a:cs typeface="Arial"/>
              </a:defRPr>
            </a:lvl8pPr>
            <a:lvl9pPr algn="l">
              <a:defRPr sz="1725" b="1">
                <a:solidFill>
                  <a:srgbClr val="176B87"/>
                </a:solidFill>
                <a:latin typeface="Arial"/>
                <a:ea typeface="Arial"/>
                <a:cs typeface="Arial"/>
              </a:defRPr>
            </a:lvl9pPr>
          </a:lstStyle>
          <a:p xmlns:a="http://schemas.openxmlformats.org/drawingml/2006/main">
            <a:pPr algn="l">
              <a:defRPr sz="1725" b="1">
                <a:solidFill>
                  <a:srgbClr val="176B87"/>
                </a:solidFill>
                <a:latin typeface="Arial"/>
                <a:ea typeface="Arial"/>
                <a:cs typeface="Arial"/>
              </a:defRPr>
            </a:pPr>
            <a:r>
              <a:rPr sz="1725" b="1">
                <a:solidFill>
                  <a:srgbClr val="176B87"/>
                </a:solidFill>
                <a:latin typeface="Arial"/>
                <a:ea typeface="Arial"/>
                <a:cs typeface="Arial"/>
              </a:rPr>
              <a:t>Chỉ đọc CSV/JSON local. Không API, không raw, không định danh khách.</a:t>
            </a:r>
          </a:p>
        </p:txBody>
      </p:sp>
    </p:spTree>
    <p:extLst>
      <p:ext uri="{BB962C8B-B14F-4D97-AF65-F5344CB8AC3E}">
        <p14:creationId xmlns:p14="http://schemas.microsoft.com/office/powerpoint/2010/main" val="634238114"/>
      </p:ext>
    </p:extLst>
  </p:cSld>
</p:sld>
</file>

<file path=ppt/slides/slide13.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6902180-CEC3-469F-B1AA-BAA09D1FDDB6}"/>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17BE011C-B83D-439D-926C-74FED8BF9656}"/>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KẾ HOẠCH TIẾP THEO</a:t>
            </a:r>
          </a:p>
        </p:txBody>
      </p:sp>
      <p:sp>
        <p:nvSpPr>
          <p:cNvPr id="3" name="">
            <a:extLst xmlns:a="http://schemas.openxmlformats.org/drawingml/2006/main">
              <a:ext uri="{FF2B5EF4-FFF2-40B4-BE49-F238E27FC236}">
                <a16:creationId xmlns:a16="http://schemas.microsoft.com/office/drawing/2014/main" id="{C0AC68C8-E489-4E66-8503-5C8FF64E74BC}"/>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Bốn quyết định mở khóa bước tiếp theo</a:t>
            </a:r>
          </a:p>
        </p:txBody>
      </p:sp>
      <p:sp>
        <p:nvSpPr>
          <p:cNvPr id="4" name="">
            <a:extLst xmlns:a="http://schemas.openxmlformats.org/drawingml/2006/main">
              <a:ext uri="{FF2B5EF4-FFF2-40B4-BE49-F238E27FC236}">
                <a16:creationId xmlns:a16="http://schemas.microsoft.com/office/drawing/2014/main" id="{E8417D8D-A649-4B63-A4CD-018AD0329405}"/>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3E4113F9-EC5D-44CC-832C-E705F97C2014}"/>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D59BD590-A4EF-4BEE-AC88-1CAFAAB86F4A}"/>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13</a:t>
            </a:r>
          </a:p>
        </p:txBody>
      </p:sp>
      <p:sp>
        <p:nvSpPr>
          <p:cNvPr id="7" name="">
            <a:extLst xmlns:a="http://schemas.openxmlformats.org/drawingml/2006/main">
              <a:ext uri="{FF2B5EF4-FFF2-40B4-BE49-F238E27FC236}">
                <a16:creationId xmlns:a16="http://schemas.microsoft.com/office/drawing/2014/main" id="{929C467B-27C7-443C-A4B8-E2C00355A075}"/>
              </a:ext>
            </a:extLst>
          </p:cNvPr>
          <p:cNvSpPr>
            <a:spLocks xmlns:a="http://schemas.openxmlformats.org/drawingml/2006/main" noGrp="1"/>
          </p:cNvSpPr>
          <p:nvPr/>
        </p:nvSpPr>
        <p:spPr>
          <a:xfrm xmlns:a="http://schemas.openxmlformats.org/drawingml/2006/main">
            <a:off x="1000125" y="20002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Giá vốn</a:t>
            </a:r>
          </a:p>
        </p:txBody>
      </p:sp>
      <p:sp>
        <p:nvSpPr>
          <p:cNvPr id="8" name="">
            <a:extLst xmlns:a="http://schemas.openxmlformats.org/drawingml/2006/main">
              <a:ext uri="{FF2B5EF4-FFF2-40B4-BE49-F238E27FC236}">
                <a16:creationId xmlns:a16="http://schemas.microsoft.com/office/drawing/2014/main" id="{544ECFFC-2439-4E74-ABE9-728999472E81}"/>
              </a:ext>
            </a:extLst>
          </p:cNvPr>
          <p:cNvSpPr>
            <a:spLocks xmlns:a="http://schemas.openxmlformats.org/drawingml/2006/main" noGrp="1"/>
          </p:cNvSpPr>
          <p:nvPr/>
        </p:nvSpPr>
        <p:spPr>
          <a:xfrm xmlns:a="http://schemas.openxmlformats.org/drawingml/2006/main">
            <a:off x="3333750" y="200025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Export có ngày hiệu lực; xác nhận imported price.</a:t>
            </a:r>
          </a:p>
        </p:txBody>
      </p:sp>
      <p:sp>
        <p:nvSpPr>
          <p:cNvPr id="9" name="">
            <a:extLst xmlns:a="http://schemas.openxmlformats.org/drawingml/2006/main">
              <a:ext uri="{FF2B5EF4-FFF2-40B4-BE49-F238E27FC236}">
                <a16:creationId xmlns:a16="http://schemas.microsoft.com/office/drawing/2014/main" id="{F95ED09D-2AAD-4563-B3E2-2D28C7E13141}"/>
              </a:ext>
            </a:extLst>
          </p:cNvPr>
          <p:cNvSpPr>
            <a:spLocks xmlns:a="http://schemas.openxmlformats.org/drawingml/2006/main" noGrp="1"/>
          </p:cNvSpPr>
          <p:nvPr/>
        </p:nvSpPr>
        <p:spPr>
          <a:xfrm xmlns:a="http://schemas.openxmlformats.org/drawingml/2006/main">
            <a:off x="1000125" y="2552700"/>
            <a:ext cx="9858375" cy="0"/>
          </a:xfrm>
          <a:prstGeom xmlns:a="http://schemas.openxmlformats.org/drawingml/2006/main" prst="line">
            <a:avLst/>
          </a:prstGeom>
          <a:noFill xmlns:a="http://schemas.openxmlformats.org/drawingml/2006/main"/>
          <a:ln xmlns:a="http://schemas.openxmlformats.org/drawingml/2006/main" w="9525">
            <a:solidFill>
              <a:srgbClr val="CAD8D2"/>
            </a:solidFill>
            <a:prstDash val="solid"/>
          </a:ln>
        </p:spPr>
      </p:sp>
      <p:sp>
        <p:nvSpPr>
          <p:cNvPr id="10" name="">
            <a:extLst xmlns:a="http://schemas.openxmlformats.org/drawingml/2006/main">
              <a:ext uri="{FF2B5EF4-FFF2-40B4-BE49-F238E27FC236}">
                <a16:creationId xmlns:a16="http://schemas.microsoft.com/office/drawing/2014/main" id="{17D7156C-082B-4169-943F-4DA8FD46BAAD}"/>
              </a:ext>
            </a:extLst>
          </p:cNvPr>
          <p:cNvSpPr>
            <a:spLocks xmlns:a="http://schemas.openxmlformats.org/drawingml/2006/main" noGrp="1"/>
          </p:cNvSpPr>
          <p:nvPr/>
        </p:nvSpPr>
        <p:spPr>
          <a:xfrm xmlns:a="http://schemas.openxmlformats.org/drawingml/2006/main">
            <a:off x="1000125" y="28956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Phản hồi</a:t>
            </a:r>
          </a:p>
        </p:txBody>
      </p:sp>
      <p:sp>
        <p:nvSpPr>
          <p:cNvPr id="11" name="">
            <a:extLst xmlns:a="http://schemas.openxmlformats.org/drawingml/2006/main">
              <a:ext uri="{FF2B5EF4-FFF2-40B4-BE49-F238E27FC236}">
                <a16:creationId xmlns:a16="http://schemas.microsoft.com/office/drawing/2014/main" id="{89656ABA-5BC7-4E62-B438-19A775583E74}"/>
              </a:ext>
            </a:extLst>
          </p:cNvPr>
          <p:cNvSpPr>
            <a:spLocks xmlns:a="http://schemas.openxmlformats.org/drawingml/2006/main" noGrp="1"/>
          </p:cNvSpPr>
          <p:nvPr/>
        </p:nvSpPr>
        <p:spPr>
          <a:xfrm xmlns:a="http://schemas.openxmlformats.org/drawingml/2006/main">
            <a:off x="3333750" y="289560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Nguồn được phép, người gán nhãn, quy tắc ẩn danh.</a:t>
            </a:r>
          </a:p>
        </p:txBody>
      </p:sp>
      <p:sp>
        <p:nvSpPr>
          <p:cNvPr id="12" name="">
            <a:extLst xmlns:a="http://schemas.openxmlformats.org/drawingml/2006/main">
              <a:ext uri="{FF2B5EF4-FFF2-40B4-BE49-F238E27FC236}">
                <a16:creationId xmlns:a16="http://schemas.microsoft.com/office/drawing/2014/main" id="{BCD9AC2F-FACB-430E-8CCF-6D35B7F71424}"/>
              </a:ext>
            </a:extLst>
          </p:cNvPr>
          <p:cNvSpPr>
            <a:spLocks xmlns:a="http://schemas.openxmlformats.org/drawingml/2006/main" noGrp="1"/>
          </p:cNvSpPr>
          <p:nvPr/>
        </p:nvSpPr>
        <p:spPr>
          <a:xfrm xmlns:a="http://schemas.openxmlformats.org/drawingml/2006/main">
            <a:off x="1000125" y="3448050"/>
            <a:ext cx="9858375" cy="0"/>
          </a:xfrm>
          <a:prstGeom xmlns:a="http://schemas.openxmlformats.org/drawingml/2006/main" prst="line">
            <a:avLst/>
          </a:prstGeom>
          <a:noFill xmlns:a="http://schemas.openxmlformats.org/drawingml/2006/main"/>
          <a:ln xmlns:a="http://schemas.openxmlformats.org/drawingml/2006/main" w="9525">
            <a:solidFill>
              <a:srgbClr val="CAD8D2"/>
            </a:solidFill>
            <a:prstDash val="solid"/>
          </a:ln>
        </p:spPr>
      </p:sp>
      <p:sp>
        <p:nvSpPr>
          <p:cNvPr id="13" name="">
            <a:extLst xmlns:a="http://schemas.openxmlformats.org/drawingml/2006/main">
              <a:ext uri="{FF2B5EF4-FFF2-40B4-BE49-F238E27FC236}">
                <a16:creationId xmlns:a16="http://schemas.microsoft.com/office/drawing/2014/main" id="{E4F10ED4-EE80-470C-ABC4-784ECF20C28A}"/>
              </a:ext>
            </a:extLst>
          </p:cNvPr>
          <p:cNvSpPr>
            <a:spLocks xmlns:a="http://schemas.openxmlformats.org/drawingml/2006/main" noGrp="1"/>
          </p:cNvSpPr>
          <p:nvPr/>
        </p:nvSpPr>
        <p:spPr>
          <a:xfrm xmlns:a="http://schemas.openxmlformats.org/drawingml/2006/main">
            <a:off x="1000125" y="37909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Hành động</a:t>
            </a:r>
          </a:p>
        </p:txBody>
      </p:sp>
      <p:sp>
        <p:nvSpPr>
          <p:cNvPr id="14" name="">
            <a:extLst xmlns:a="http://schemas.openxmlformats.org/drawingml/2006/main">
              <a:ext uri="{FF2B5EF4-FFF2-40B4-BE49-F238E27FC236}">
                <a16:creationId xmlns:a16="http://schemas.microsoft.com/office/drawing/2014/main" id="{0FA6E7FE-216A-4589-9D81-A03D909885BE}"/>
              </a:ext>
            </a:extLst>
          </p:cNvPr>
          <p:cNvSpPr>
            <a:spLocks xmlns:a="http://schemas.openxmlformats.org/drawingml/2006/main" noGrp="1"/>
          </p:cNvSpPr>
          <p:nvPr/>
        </p:nvSpPr>
        <p:spPr>
          <a:xfrm xmlns:a="http://schemas.openxmlformats.org/drawingml/2006/main">
            <a:off x="3333750" y="379095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Mục tiêu khách, ngân sách, top-k và KPI.</a:t>
            </a:r>
          </a:p>
        </p:txBody>
      </p:sp>
      <p:sp>
        <p:nvSpPr>
          <p:cNvPr id="15" name="">
            <a:extLst xmlns:a="http://schemas.openxmlformats.org/drawingml/2006/main">
              <a:ext uri="{FF2B5EF4-FFF2-40B4-BE49-F238E27FC236}">
                <a16:creationId xmlns:a16="http://schemas.microsoft.com/office/drawing/2014/main" id="{E6228044-44D8-4860-8211-0235F2976ABD}"/>
              </a:ext>
            </a:extLst>
          </p:cNvPr>
          <p:cNvSpPr>
            <a:spLocks xmlns:a="http://schemas.openxmlformats.org/drawingml/2006/main" noGrp="1"/>
          </p:cNvSpPr>
          <p:nvPr/>
        </p:nvSpPr>
        <p:spPr>
          <a:xfrm xmlns:a="http://schemas.openxmlformats.org/drawingml/2006/main">
            <a:off x="1000125" y="4343400"/>
            <a:ext cx="9858375" cy="0"/>
          </a:xfrm>
          <a:prstGeom xmlns:a="http://schemas.openxmlformats.org/drawingml/2006/main" prst="line">
            <a:avLst/>
          </a:prstGeom>
          <a:noFill xmlns:a="http://schemas.openxmlformats.org/drawingml/2006/main"/>
          <a:ln xmlns:a="http://schemas.openxmlformats.org/drawingml/2006/main" w="9525">
            <a:solidFill>
              <a:srgbClr val="CAD8D2"/>
            </a:solidFill>
            <a:prstDash val="solid"/>
          </a:ln>
        </p:spPr>
      </p:sp>
      <p:sp>
        <p:nvSpPr>
          <p:cNvPr id="16" name="">
            <a:extLst xmlns:a="http://schemas.openxmlformats.org/drawingml/2006/main">
              <a:ext uri="{FF2B5EF4-FFF2-40B4-BE49-F238E27FC236}">
                <a16:creationId xmlns:a16="http://schemas.microsoft.com/office/drawing/2014/main" id="{85322B61-EB4D-4975-AE5B-12C2DC9905DB}"/>
              </a:ext>
            </a:extLst>
          </p:cNvPr>
          <p:cNvSpPr>
            <a:spLocks xmlns:a="http://schemas.openxmlformats.org/drawingml/2006/main" noGrp="1"/>
          </p:cNvSpPr>
          <p:nvPr/>
        </p:nvSpPr>
        <p:spPr>
          <a:xfrm xmlns:a="http://schemas.openxmlformats.org/drawingml/2006/main">
            <a:off x="1000125" y="468630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Quyền dữ liệu</a:t>
            </a:r>
          </a:p>
        </p:txBody>
      </p:sp>
      <p:sp>
        <p:nvSpPr>
          <p:cNvPr id="17" name="">
            <a:extLst xmlns:a="http://schemas.openxmlformats.org/drawingml/2006/main">
              <a:ext uri="{FF2B5EF4-FFF2-40B4-BE49-F238E27FC236}">
                <a16:creationId xmlns:a16="http://schemas.microsoft.com/office/drawing/2014/main" id="{E70441B9-4D58-45CF-9D0B-ED8164A922D3}"/>
              </a:ext>
            </a:extLst>
          </p:cNvPr>
          <p:cNvSpPr>
            <a:spLocks xmlns:a="http://schemas.openxmlformats.org/drawingml/2006/main" noGrp="1"/>
          </p:cNvSpPr>
          <p:nvPr/>
        </p:nvSpPr>
        <p:spPr>
          <a:xfrm xmlns:a="http://schemas.openxmlformats.org/drawingml/2006/main">
            <a:off x="3333750" y="4686300"/>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650" b="0">
                <a:solidFill>
                  <a:srgbClr val="24332F"/>
                </a:solidFill>
                <a:latin typeface="Arial"/>
                <a:ea typeface="Arial"/>
                <a:cs typeface="Arial"/>
              </a:defRPr>
            </a:defPPr>
            <a:lvl1pPr algn="l">
              <a:defRPr sz="1650" b="0">
                <a:solidFill>
                  <a:srgbClr val="24332F"/>
                </a:solidFill>
                <a:latin typeface="Arial"/>
                <a:ea typeface="Arial"/>
                <a:cs typeface="Arial"/>
              </a:defRPr>
            </a:lvl1pPr>
            <a:lvl2pPr algn="l">
              <a:defRPr sz="1650" b="0">
                <a:solidFill>
                  <a:srgbClr val="24332F"/>
                </a:solidFill>
                <a:latin typeface="Arial"/>
                <a:ea typeface="Arial"/>
                <a:cs typeface="Arial"/>
              </a:defRPr>
            </a:lvl2pPr>
            <a:lvl3pPr algn="l">
              <a:defRPr sz="1650" b="0">
                <a:solidFill>
                  <a:srgbClr val="24332F"/>
                </a:solidFill>
                <a:latin typeface="Arial"/>
                <a:ea typeface="Arial"/>
                <a:cs typeface="Arial"/>
              </a:defRPr>
            </a:lvl3pPr>
            <a:lvl4pPr algn="l">
              <a:defRPr sz="1650" b="0">
                <a:solidFill>
                  <a:srgbClr val="24332F"/>
                </a:solidFill>
                <a:latin typeface="Arial"/>
                <a:ea typeface="Arial"/>
                <a:cs typeface="Arial"/>
              </a:defRPr>
            </a:lvl4pPr>
            <a:lvl5pPr algn="l">
              <a:defRPr sz="1650" b="0">
                <a:solidFill>
                  <a:srgbClr val="24332F"/>
                </a:solidFill>
                <a:latin typeface="Arial"/>
                <a:ea typeface="Arial"/>
                <a:cs typeface="Arial"/>
              </a:defRPr>
            </a:lvl5pPr>
            <a:lvl6pPr algn="l">
              <a:defRPr sz="1650" b="0">
                <a:solidFill>
                  <a:srgbClr val="24332F"/>
                </a:solidFill>
                <a:latin typeface="Arial"/>
                <a:ea typeface="Arial"/>
                <a:cs typeface="Arial"/>
              </a:defRPr>
            </a:lvl6pPr>
            <a:lvl7pPr algn="l">
              <a:defRPr sz="1650" b="0">
                <a:solidFill>
                  <a:srgbClr val="24332F"/>
                </a:solidFill>
                <a:latin typeface="Arial"/>
                <a:ea typeface="Arial"/>
                <a:cs typeface="Arial"/>
              </a:defRPr>
            </a:lvl7pPr>
            <a:lvl8pPr algn="l">
              <a:defRPr sz="1650" b="0">
                <a:solidFill>
                  <a:srgbClr val="24332F"/>
                </a:solidFill>
                <a:latin typeface="Arial"/>
                <a:ea typeface="Arial"/>
                <a:cs typeface="Arial"/>
              </a:defRPr>
            </a:lvl8pPr>
            <a:lvl9pPr algn="l">
              <a:defRPr sz="1650" b="0">
                <a:solidFill>
                  <a:srgbClr val="24332F"/>
                </a:solidFill>
                <a:latin typeface="Arial"/>
                <a:ea typeface="Arial"/>
                <a:cs typeface="Arial"/>
              </a:defRPr>
            </a:lvl9pPr>
          </a:lstStyle>
          <a:p xmlns:a="http://schemas.openxmlformats.org/drawingml/2006/main">
            <a:pPr algn="l">
              <a:defRPr sz="1650" b="0">
                <a:solidFill>
                  <a:srgbClr val="24332F"/>
                </a:solidFill>
                <a:latin typeface="Arial"/>
                <a:ea typeface="Arial"/>
                <a:cs typeface="Arial"/>
              </a:defRPr>
            </a:pPr>
            <a:r>
              <a:rPr sz="1650" b="0">
                <a:solidFill>
                  <a:srgbClr val="24332F"/>
                </a:solidFill>
                <a:latin typeface="Arial"/>
                <a:ea typeface="Arial"/>
                <a:cs typeface="Arial"/>
              </a:rPr>
              <a:t>Ai truy cập raw; hạn lưu và ngày xóa.</a:t>
            </a:r>
          </a:p>
        </p:txBody>
      </p:sp>
      <p:sp>
        <p:nvSpPr>
          <p:cNvPr id="18" name="">
            <a:extLst xmlns:a="http://schemas.openxmlformats.org/drawingml/2006/main">
              <a:ext uri="{FF2B5EF4-FFF2-40B4-BE49-F238E27FC236}">
                <a16:creationId xmlns:a16="http://schemas.microsoft.com/office/drawing/2014/main" id="{2F82F35E-C293-4409-A602-B437087F1CAC}"/>
              </a:ext>
            </a:extLst>
          </p:cNvPr>
          <p:cNvSpPr>
            <a:spLocks xmlns:a="http://schemas.openxmlformats.org/drawingml/2006/main" noGrp="1"/>
          </p:cNvSpPr>
          <p:nvPr/>
        </p:nvSpPr>
        <p:spPr>
          <a:xfrm xmlns:a="http://schemas.openxmlformats.org/drawingml/2006/main">
            <a:off x="1000125" y="5238750"/>
            <a:ext cx="9858375" cy="0"/>
          </a:xfrm>
          <a:prstGeom xmlns:a="http://schemas.openxmlformats.org/drawingml/2006/main" prst="line">
            <a:avLst/>
          </a:prstGeom>
          <a:noFill xmlns:a="http://schemas.openxmlformats.org/drawingml/2006/main"/>
          <a:ln xmlns:a="http://schemas.openxmlformats.org/drawingml/2006/main" w="9525">
            <a:solidFill>
              <a:srgbClr val="CAD8D2"/>
            </a:solidFill>
            <a:prstDash val="solid"/>
          </a:ln>
        </p:spPr>
      </p:sp>
      <p:sp>
        <p:nvSpPr>
          <p:cNvPr id="19" name="">
            <a:extLst xmlns:a="http://schemas.openxmlformats.org/drawingml/2006/main">
              <a:ext uri="{FF2B5EF4-FFF2-40B4-BE49-F238E27FC236}">
                <a16:creationId xmlns:a16="http://schemas.microsoft.com/office/drawing/2014/main" id="{26A537AC-A692-4CE4-8FAE-3BD1FEC9BF6D}"/>
              </a:ext>
            </a:extLst>
          </p:cNvPr>
          <p:cNvSpPr>
            <a:spLocks xmlns:a="http://schemas.openxmlformats.org/drawingml/2006/main" noGrp="1"/>
          </p:cNvSpPr>
          <p:nvPr/>
        </p:nvSpPr>
        <p:spPr>
          <a:xfrm xmlns:a="http://schemas.openxmlformats.org/drawingml/2006/main">
            <a:off x="1000125" y="581025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1">
                <a:solidFill>
                  <a:srgbClr val="176B87"/>
                </a:solidFill>
                <a:latin typeface="Arial"/>
                <a:ea typeface="Arial"/>
                <a:cs typeface="Arial"/>
              </a:defRPr>
            </a:defPPr>
            <a:lvl1pPr algn="l">
              <a:defRPr sz="1500" b="1">
                <a:solidFill>
                  <a:srgbClr val="176B87"/>
                </a:solidFill>
                <a:latin typeface="Arial"/>
                <a:ea typeface="Arial"/>
                <a:cs typeface="Arial"/>
              </a:defRPr>
            </a:lvl1pPr>
            <a:lvl2pPr algn="l">
              <a:defRPr sz="1500" b="1">
                <a:solidFill>
                  <a:srgbClr val="176B87"/>
                </a:solidFill>
                <a:latin typeface="Arial"/>
                <a:ea typeface="Arial"/>
                <a:cs typeface="Arial"/>
              </a:defRPr>
            </a:lvl2pPr>
            <a:lvl3pPr algn="l">
              <a:defRPr sz="1500" b="1">
                <a:solidFill>
                  <a:srgbClr val="176B87"/>
                </a:solidFill>
                <a:latin typeface="Arial"/>
                <a:ea typeface="Arial"/>
                <a:cs typeface="Arial"/>
              </a:defRPr>
            </a:lvl3pPr>
            <a:lvl4pPr algn="l">
              <a:defRPr sz="1500" b="1">
                <a:solidFill>
                  <a:srgbClr val="176B87"/>
                </a:solidFill>
                <a:latin typeface="Arial"/>
                <a:ea typeface="Arial"/>
                <a:cs typeface="Arial"/>
              </a:defRPr>
            </a:lvl4pPr>
            <a:lvl5pPr algn="l">
              <a:defRPr sz="1500" b="1">
                <a:solidFill>
                  <a:srgbClr val="176B87"/>
                </a:solidFill>
                <a:latin typeface="Arial"/>
                <a:ea typeface="Arial"/>
                <a:cs typeface="Arial"/>
              </a:defRPr>
            </a:lvl5pPr>
            <a:lvl6pPr algn="l">
              <a:defRPr sz="1500" b="1">
                <a:solidFill>
                  <a:srgbClr val="176B87"/>
                </a:solidFill>
                <a:latin typeface="Arial"/>
                <a:ea typeface="Arial"/>
                <a:cs typeface="Arial"/>
              </a:defRPr>
            </a:lvl6pPr>
            <a:lvl7pPr algn="l">
              <a:defRPr sz="1500" b="1">
                <a:solidFill>
                  <a:srgbClr val="176B87"/>
                </a:solidFill>
                <a:latin typeface="Arial"/>
                <a:ea typeface="Arial"/>
                <a:cs typeface="Arial"/>
              </a:defRPr>
            </a:lvl7pPr>
            <a:lvl8pPr algn="l">
              <a:defRPr sz="1500" b="1">
                <a:solidFill>
                  <a:srgbClr val="176B87"/>
                </a:solidFill>
                <a:latin typeface="Arial"/>
                <a:ea typeface="Arial"/>
                <a:cs typeface="Arial"/>
              </a:defRPr>
            </a:lvl8pPr>
            <a:lvl9pPr algn="l">
              <a:defRPr sz="1500" b="1">
                <a:solidFill>
                  <a:srgbClr val="176B87"/>
                </a:solidFill>
                <a:latin typeface="Arial"/>
                <a:ea typeface="Arial"/>
                <a:cs typeface="Arial"/>
              </a:defRPr>
            </a:lvl9pPr>
          </a:lstStyle>
          <a:p xmlns:a="http://schemas.openxmlformats.org/drawingml/2006/main">
            <a:pPr algn="l">
              <a:defRPr sz="1500" b="1">
                <a:solidFill>
                  <a:srgbClr val="176B87"/>
                </a:solidFill>
                <a:latin typeface="Arial"/>
                <a:ea typeface="Arial"/>
                <a:cs typeface="Arial"/>
              </a:defRPr>
            </a:pPr>
            <a:r>
              <a:rPr sz="1500" b="1">
                <a:solidFill>
                  <a:srgbClr val="176B87"/>
                </a:solidFill>
                <a:latin typeface="Arial"/>
                <a:ea typeface="Arial"/>
                <a:cs typeface="Arial"/>
              </a:rPr>
              <a:t>Mỗi đầu vào sẽ tạo phạm vi xử lý và quyết định phân tích rõ ràng trước khi chạy.</a:t>
            </a:r>
          </a:p>
        </p:txBody>
      </p:sp>
    </p:spTree>
    <p:extLst>
      <p:ext uri="{BB962C8B-B14F-4D97-AF65-F5344CB8AC3E}">
        <p14:creationId xmlns:p14="http://schemas.microsoft.com/office/powerpoint/2010/main" val="517539771"/>
      </p:ext>
    </p:extLst>
  </p:cSld>
</p:sld>
</file>

<file path=ppt/slides/slide14.xml><?xml version="1.0" encoding="utf-8"?>
<p:sld xmlns:p="http://schemas.openxmlformats.org/presentationml/2006/main">
  <p:cSld>
    <p:bg>
      <p:bgPr>
        <a:solidFill xmlns:a="http://schemas.openxmlformats.org/drawingml/2006/main">
          <a:srgbClr val="F7FAF8"/>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3E2813-1232-4032-B208-BA93A6E5061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183D36"/>
          </a:solidFill>
          <a:ln xmlns:a="http://schemas.openxmlformats.org/drawingml/2006/main" w="9525">
            <a:solidFill>
              <a:srgbClr val="183D36"/>
            </a:solidFill>
            <a:prstDash val="solid"/>
          </a:ln>
        </p:spPr>
      </p:sp>
      <p:sp>
        <p:nvSpPr>
          <p:cNvPr id="2" name="">
            <a:extLst xmlns:a="http://schemas.openxmlformats.org/drawingml/2006/main">
              <a:ext uri="{FF2B5EF4-FFF2-40B4-BE49-F238E27FC236}">
                <a16:creationId xmlns:a16="http://schemas.microsoft.com/office/drawing/2014/main" id="{114DC345-C31B-45DA-B83A-3709261A977C}"/>
              </a:ext>
            </a:extLst>
          </p:cNvPr>
          <p:cNvSpPr>
            <a:spLocks xmlns:a="http://schemas.openxmlformats.org/drawingml/2006/main" noGrp="1"/>
          </p:cNvSpPr>
          <p:nvPr/>
        </p:nvSpPr>
        <p:spPr>
          <a:xfrm xmlns:a="http://schemas.openxmlformats.org/drawingml/2006/main">
            <a:off x="685800" y="323850"/>
            <a:ext cx="381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050" b="1">
                <a:solidFill>
                  <a:srgbClr val="176B87"/>
                </a:solidFill>
                <a:latin typeface="Arial"/>
                <a:ea typeface="Arial"/>
                <a:cs typeface="Arial"/>
              </a:defRPr>
            </a:defPPr>
            <a:lvl1pPr algn="l">
              <a:defRPr sz="1050" b="1">
                <a:solidFill>
                  <a:srgbClr val="176B87"/>
                </a:solidFill>
                <a:latin typeface="Arial"/>
                <a:ea typeface="Arial"/>
                <a:cs typeface="Arial"/>
              </a:defRPr>
            </a:lvl1pPr>
            <a:lvl2pPr algn="l">
              <a:defRPr sz="1050" b="1">
                <a:solidFill>
                  <a:srgbClr val="176B87"/>
                </a:solidFill>
                <a:latin typeface="Arial"/>
                <a:ea typeface="Arial"/>
                <a:cs typeface="Arial"/>
              </a:defRPr>
            </a:lvl2pPr>
            <a:lvl3pPr algn="l">
              <a:defRPr sz="1050" b="1">
                <a:solidFill>
                  <a:srgbClr val="176B87"/>
                </a:solidFill>
                <a:latin typeface="Arial"/>
                <a:ea typeface="Arial"/>
                <a:cs typeface="Arial"/>
              </a:defRPr>
            </a:lvl3pPr>
            <a:lvl4pPr algn="l">
              <a:defRPr sz="1050" b="1">
                <a:solidFill>
                  <a:srgbClr val="176B87"/>
                </a:solidFill>
                <a:latin typeface="Arial"/>
                <a:ea typeface="Arial"/>
                <a:cs typeface="Arial"/>
              </a:defRPr>
            </a:lvl4pPr>
            <a:lvl5pPr algn="l">
              <a:defRPr sz="1050" b="1">
                <a:solidFill>
                  <a:srgbClr val="176B87"/>
                </a:solidFill>
                <a:latin typeface="Arial"/>
                <a:ea typeface="Arial"/>
                <a:cs typeface="Arial"/>
              </a:defRPr>
            </a:lvl5pPr>
            <a:lvl6pPr algn="l">
              <a:defRPr sz="1050" b="1">
                <a:solidFill>
                  <a:srgbClr val="176B87"/>
                </a:solidFill>
                <a:latin typeface="Arial"/>
                <a:ea typeface="Arial"/>
                <a:cs typeface="Arial"/>
              </a:defRPr>
            </a:lvl6pPr>
            <a:lvl7pPr algn="l">
              <a:defRPr sz="1050" b="1">
                <a:solidFill>
                  <a:srgbClr val="176B87"/>
                </a:solidFill>
                <a:latin typeface="Arial"/>
                <a:ea typeface="Arial"/>
                <a:cs typeface="Arial"/>
              </a:defRPr>
            </a:lvl7pPr>
            <a:lvl8pPr algn="l">
              <a:defRPr sz="1050" b="1">
                <a:solidFill>
                  <a:srgbClr val="176B87"/>
                </a:solidFill>
                <a:latin typeface="Arial"/>
                <a:ea typeface="Arial"/>
                <a:cs typeface="Arial"/>
              </a:defRPr>
            </a:lvl8pPr>
            <a:lvl9pPr algn="l">
              <a:defRPr sz="1050" b="1">
                <a:solidFill>
                  <a:srgbClr val="176B87"/>
                </a:solidFill>
                <a:latin typeface="Arial"/>
                <a:ea typeface="Arial"/>
                <a:cs typeface="Arial"/>
              </a:defRPr>
            </a:lvl9pPr>
          </a:lstStyle>
          <a:p xmlns:a="http://schemas.openxmlformats.org/drawingml/2006/main">
            <a:pPr algn="l">
              <a:defRPr sz="1050" b="1">
                <a:solidFill>
                  <a:srgbClr val="176B87"/>
                </a:solidFill>
                <a:latin typeface="Arial"/>
                <a:ea typeface="Arial"/>
                <a:cs typeface="Arial"/>
              </a:defRPr>
            </a:pPr>
            <a:r>
              <a:rPr sz="1050" b="1">
                <a:solidFill>
                  <a:srgbClr val="176B87"/>
                </a:solidFill>
                <a:latin typeface="Arial"/>
                <a:ea typeface="Arial"/>
                <a:cs typeface="Arial"/>
              </a:rPr>
              <a:t>VẬN HÀNH</a:t>
            </a:r>
          </a:p>
        </p:txBody>
      </p:sp>
      <p:sp>
        <p:nvSpPr>
          <p:cNvPr id="3" name="">
            <a:extLst xmlns:a="http://schemas.openxmlformats.org/drawingml/2006/main">
              <a:ext uri="{FF2B5EF4-FFF2-40B4-BE49-F238E27FC236}">
                <a16:creationId xmlns:a16="http://schemas.microsoft.com/office/drawing/2014/main" id="{7ED86CEC-51B2-4EED-BEF7-C1385CCCC03D}"/>
              </a:ext>
            </a:extLst>
          </p:cNvPr>
          <p:cNvSpPr>
            <a:spLocks xmlns:a="http://schemas.openxmlformats.org/drawingml/2006/main" noGrp="1"/>
          </p:cNvSpPr>
          <p:nvPr/>
        </p:nvSpPr>
        <p:spPr>
          <a:xfrm xmlns:a="http://schemas.openxmlformats.org/drawingml/2006/main">
            <a:off x="685800" y="666750"/>
            <a:ext cx="1076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150" b="1">
                <a:solidFill>
                  <a:srgbClr val="183D36"/>
                </a:solidFill>
                <a:latin typeface="Arial"/>
                <a:ea typeface="Arial"/>
                <a:cs typeface="Arial"/>
              </a:defRPr>
            </a:defPPr>
            <a:lvl1pPr algn="l">
              <a:defRPr sz="3150" b="1">
                <a:solidFill>
                  <a:srgbClr val="183D36"/>
                </a:solidFill>
                <a:latin typeface="Arial"/>
                <a:ea typeface="Arial"/>
                <a:cs typeface="Arial"/>
              </a:defRPr>
            </a:lvl1pPr>
            <a:lvl2pPr algn="l">
              <a:defRPr sz="3150" b="1">
                <a:solidFill>
                  <a:srgbClr val="183D36"/>
                </a:solidFill>
                <a:latin typeface="Arial"/>
                <a:ea typeface="Arial"/>
                <a:cs typeface="Arial"/>
              </a:defRPr>
            </a:lvl2pPr>
            <a:lvl3pPr algn="l">
              <a:defRPr sz="3150" b="1">
                <a:solidFill>
                  <a:srgbClr val="183D36"/>
                </a:solidFill>
                <a:latin typeface="Arial"/>
                <a:ea typeface="Arial"/>
                <a:cs typeface="Arial"/>
              </a:defRPr>
            </a:lvl3pPr>
            <a:lvl4pPr algn="l">
              <a:defRPr sz="3150" b="1">
                <a:solidFill>
                  <a:srgbClr val="183D36"/>
                </a:solidFill>
                <a:latin typeface="Arial"/>
                <a:ea typeface="Arial"/>
                <a:cs typeface="Arial"/>
              </a:defRPr>
            </a:lvl4pPr>
            <a:lvl5pPr algn="l">
              <a:defRPr sz="3150" b="1">
                <a:solidFill>
                  <a:srgbClr val="183D36"/>
                </a:solidFill>
                <a:latin typeface="Arial"/>
                <a:ea typeface="Arial"/>
                <a:cs typeface="Arial"/>
              </a:defRPr>
            </a:lvl5pPr>
            <a:lvl6pPr algn="l">
              <a:defRPr sz="3150" b="1">
                <a:solidFill>
                  <a:srgbClr val="183D36"/>
                </a:solidFill>
                <a:latin typeface="Arial"/>
                <a:ea typeface="Arial"/>
                <a:cs typeface="Arial"/>
              </a:defRPr>
            </a:lvl6pPr>
            <a:lvl7pPr algn="l">
              <a:defRPr sz="3150" b="1">
                <a:solidFill>
                  <a:srgbClr val="183D36"/>
                </a:solidFill>
                <a:latin typeface="Arial"/>
                <a:ea typeface="Arial"/>
                <a:cs typeface="Arial"/>
              </a:defRPr>
            </a:lvl7pPr>
            <a:lvl8pPr algn="l">
              <a:defRPr sz="3150" b="1">
                <a:solidFill>
                  <a:srgbClr val="183D36"/>
                </a:solidFill>
                <a:latin typeface="Arial"/>
                <a:ea typeface="Arial"/>
                <a:cs typeface="Arial"/>
              </a:defRPr>
            </a:lvl8pPr>
            <a:lvl9pPr algn="l">
              <a:defRPr sz="3150" b="1">
                <a:solidFill>
                  <a:srgbClr val="183D36"/>
                </a:solidFill>
                <a:latin typeface="Arial"/>
                <a:ea typeface="Arial"/>
                <a:cs typeface="Arial"/>
              </a:defRPr>
            </a:lvl9pPr>
          </a:lstStyle>
          <a:p xmlns:a="http://schemas.openxmlformats.org/drawingml/2006/main">
            <a:pPr algn="l">
              <a:defRPr sz="3150" b="1">
                <a:solidFill>
                  <a:srgbClr val="183D36"/>
                </a:solidFill>
                <a:latin typeface="Arial"/>
                <a:ea typeface="Arial"/>
                <a:cs typeface="Arial"/>
              </a:defRPr>
            </a:pPr>
            <a:r>
              <a:rPr sz="3150" b="1">
                <a:solidFill>
                  <a:srgbClr val="183D36"/>
                </a:solidFill>
                <a:latin typeface="Arial"/>
                <a:ea typeface="Arial"/>
                <a:cs typeface="Arial"/>
              </a:rPr>
              <a:t>Ba cách sử dụng repo sau khi clone</a:t>
            </a:r>
          </a:p>
        </p:txBody>
      </p:sp>
      <p:sp>
        <p:nvSpPr>
          <p:cNvPr id="4" name="">
            <a:extLst xmlns:a="http://schemas.openxmlformats.org/drawingml/2006/main">
              <a:ext uri="{FF2B5EF4-FFF2-40B4-BE49-F238E27FC236}">
                <a16:creationId xmlns:a16="http://schemas.microsoft.com/office/drawing/2014/main" id="{F5680B55-25C9-44CD-AB64-AEE33385F334}"/>
              </a:ext>
            </a:extLst>
          </p:cNvPr>
          <p:cNvSpPr>
            <a:spLocks xmlns:a="http://schemas.openxmlformats.org/drawingml/2006/main" noGrp="1"/>
          </p:cNvSpPr>
          <p:nvPr/>
        </p:nvSpPr>
        <p:spPr>
          <a:xfrm xmlns:a="http://schemas.openxmlformats.org/drawingml/2006/main">
            <a:off x="685800" y="1438275"/>
            <a:ext cx="108204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5" name="">
            <a:extLst xmlns:a="http://schemas.openxmlformats.org/drawingml/2006/main">
              <a:ext uri="{FF2B5EF4-FFF2-40B4-BE49-F238E27FC236}">
                <a16:creationId xmlns:a16="http://schemas.microsoft.com/office/drawing/2014/main" id="{E123B03A-C873-42EB-9184-C4E9AA17151B}"/>
              </a:ext>
            </a:extLst>
          </p:cNvPr>
          <p:cNvSpPr>
            <a:spLocks xmlns:a="http://schemas.openxmlformats.org/drawingml/2006/main" noGrp="1"/>
          </p:cNvSpPr>
          <p:nvPr/>
        </p:nvSpPr>
        <p:spPr>
          <a:xfrm xmlns:a="http://schemas.openxmlformats.org/drawingml/2006/main">
            <a:off x="685800" y="6477000"/>
            <a:ext cx="723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975" b="0">
                <a:solidFill>
                  <a:srgbClr val="61736D"/>
                </a:solidFill>
                <a:latin typeface="Arial"/>
                <a:ea typeface="Arial"/>
                <a:cs typeface="Arial"/>
              </a:defRPr>
            </a:defPPr>
            <a:lvl1pPr algn="l">
              <a:defRPr sz="975" b="0">
                <a:solidFill>
                  <a:srgbClr val="61736D"/>
                </a:solidFill>
                <a:latin typeface="Arial"/>
                <a:ea typeface="Arial"/>
                <a:cs typeface="Arial"/>
              </a:defRPr>
            </a:lvl1pPr>
            <a:lvl2pPr algn="l">
              <a:defRPr sz="975" b="0">
                <a:solidFill>
                  <a:srgbClr val="61736D"/>
                </a:solidFill>
                <a:latin typeface="Arial"/>
                <a:ea typeface="Arial"/>
                <a:cs typeface="Arial"/>
              </a:defRPr>
            </a:lvl2pPr>
            <a:lvl3pPr algn="l">
              <a:defRPr sz="975" b="0">
                <a:solidFill>
                  <a:srgbClr val="61736D"/>
                </a:solidFill>
                <a:latin typeface="Arial"/>
                <a:ea typeface="Arial"/>
                <a:cs typeface="Arial"/>
              </a:defRPr>
            </a:lvl3pPr>
            <a:lvl4pPr algn="l">
              <a:defRPr sz="975" b="0">
                <a:solidFill>
                  <a:srgbClr val="61736D"/>
                </a:solidFill>
                <a:latin typeface="Arial"/>
                <a:ea typeface="Arial"/>
                <a:cs typeface="Arial"/>
              </a:defRPr>
            </a:lvl4pPr>
            <a:lvl5pPr algn="l">
              <a:defRPr sz="975" b="0">
                <a:solidFill>
                  <a:srgbClr val="61736D"/>
                </a:solidFill>
                <a:latin typeface="Arial"/>
                <a:ea typeface="Arial"/>
                <a:cs typeface="Arial"/>
              </a:defRPr>
            </a:lvl5pPr>
            <a:lvl6pPr algn="l">
              <a:defRPr sz="975" b="0">
                <a:solidFill>
                  <a:srgbClr val="61736D"/>
                </a:solidFill>
                <a:latin typeface="Arial"/>
                <a:ea typeface="Arial"/>
                <a:cs typeface="Arial"/>
              </a:defRPr>
            </a:lvl6pPr>
            <a:lvl7pPr algn="l">
              <a:defRPr sz="975" b="0">
                <a:solidFill>
                  <a:srgbClr val="61736D"/>
                </a:solidFill>
                <a:latin typeface="Arial"/>
                <a:ea typeface="Arial"/>
                <a:cs typeface="Arial"/>
              </a:defRPr>
            </a:lvl7pPr>
            <a:lvl8pPr algn="l">
              <a:defRPr sz="975" b="0">
                <a:solidFill>
                  <a:srgbClr val="61736D"/>
                </a:solidFill>
                <a:latin typeface="Arial"/>
                <a:ea typeface="Arial"/>
                <a:cs typeface="Arial"/>
              </a:defRPr>
            </a:lvl8pPr>
            <a:lvl9pPr algn="l">
              <a:defRPr sz="975" b="0">
                <a:solidFill>
                  <a:srgbClr val="61736D"/>
                </a:solidFill>
                <a:latin typeface="Arial"/>
                <a:ea typeface="Arial"/>
                <a:cs typeface="Arial"/>
              </a:defRPr>
            </a:lvl9pPr>
          </a:lstStyle>
          <a:p xmlns:a="http://schemas.openxmlformats.org/drawingml/2006/main">
            <a:pPr algn="l">
              <a:defRPr sz="975" b="0">
                <a:solidFill>
                  <a:srgbClr val="61736D"/>
                </a:solidFill>
                <a:latin typeface="Arial"/>
                <a:ea typeface="Arial"/>
                <a:cs typeface="Arial"/>
              </a:defRPr>
            </a:pPr>
            <a:r>
              <a:rPr sz="975" b="0">
                <a:solidFill>
                  <a:srgbClr val="61736D"/>
                </a:solidFill>
                <a:latin typeface="Arial"/>
                <a:ea typeface="Arial"/>
                <a:cs typeface="Arial"/>
              </a:rPr>
              <a:t>Xoaif Garden  |  Kho &amp; Khai phá dữ liệu</a:t>
            </a:r>
          </a:p>
        </p:txBody>
      </p:sp>
      <p:sp>
        <p:nvSpPr>
          <p:cNvPr id="6" name="">
            <a:extLst xmlns:a="http://schemas.openxmlformats.org/drawingml/2006/main">
              <a:ext uri="{FF2B5EF4-FFF2-40B4-BE49-F238E27FC236}">
                <a16:creationId xmlns:a16="http://schemas.microsoft.com/office/drawing/2014/main" id="{8E54A823-3BD7-4D0A-A6D6-FFEF7D7AE401}"/>
              </a:ext>
            </a:extLst>
          </p:cNvPr>
          <p:cNvSpPr>
            <a:spLocks xmlns:a="http://schemas.openxmlformats.org/drawingml/2006/main" noGrp="1"/>
          </p:cNvSpPr>
          <p:nvPr/>
        </p:nvSpPr>
        <p:spPr>
          <a:xfrm xmlns:a="http://schemas.openxmlformats.org/drawingml/2006/main">
            <a:off x="11049000" y="64770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r">
              <a:defRPr sz="975" b="1">
                <a:solidFill>
                  <a:srgbClr val="61736D"/>
                </a:solidFill>
                <a:latin typeface="Arial"/>
                <a:ea typeface="Arial"/>
                <a:cs typeface="Arial"/>
              </a:defRPr>
            </a:defPPr>
            <a:lvl1pPr algn="r">
              <a:defRPr sz="975" b="1">
                <a:solidFill>
                  <a:srgbClr val="61736D"/>
                </a:solidFill>
                <a:latin typeface="Arial"/>
                <a:ea typeface="Arial"/>
                <a:cs typeface="Arial"/>
              </a:defRPr>
            </a:lvl1pPr>
            <a:lvl2pPr algn="r">
              <a:defRPr sz="975" b="1">
                <a:solidFill>
                  <a:srgbClr val="61736D"/>
                </a:solidFill>
                <a:latin typeface="Arial"/>
                <a:ea typeface="Arial"/>
                <a:cs typeface="Arial"/>
              </a:defRPr>
            </a:lvl2pPr>
            <a:lvl3pPr algn="r">
              <a:defRPr sz="975" b="1">
                <a:solidFill>
                  <a:srgbClr val="61736D"/>
                </a:solidFill>
                <a:latin typeface="Arial"/>
                <a:ea typeface="Arial"/>
                <a:cs typeface="Arial"/>
              </a:defRPr>
            </a:lvl3pPr>
            <a:lvl4pPr algn="r">
              <a:defRPr sz="975" b="1">
                <a:solidFill>
                  <a:srgbClr val="61736D"/>
                </a:solidFill>
                <a:latin typeface="Arial"/>
                <a:ea typeface="Arial"/>
                <a:cs typeface="Arial"/>
              </a:defRPr>
            </a:lvl4pPr>
            <a:lvl5pPr algn="r">
              <a:defRPr sz="975" b="1">
                <a:solidFill>
                  <a:srgbClr val="61736D"/>
                </a:solidFill>
                <a:latin typeface="Arial"/>
                <a:ea typeface="Arial"/>
                <a:cs typeface="Arial"/>
              </a:defRPr>
            </a:lvl5pPr>
            <a:lvl6pPr algn="r">
              <a:defRPr sz="975" b="1">
                <a:solidFill>
                  <a:srgbClr val="61736D"/>
                </a:solidFill>
                <a:latin typeface="Arial"/>
                <a:ea typeface="Arial"/>
                <a:cs typeface="Arial"/>
              </a:defRPr>
            </a:lvl6pPr>
            <a:lvl7pPr algn="r">
              <a:defRPr sz="975" b="1">
                <a:solidFill>
                  <a:srgbClr val="61736D"/>
                </a:solidFill>
                <a:latin typeface="Arial"/>
                <a:ea typeface="Arial"/>
                <a:cs typeface="Arial"/>
              </a:defRPr>
            </a:lvl7pPr>
            <a:lvl8pPr algn="r">
              <a:defRPr sz="975" b="1">
                <a:solidFill>
                  <a:srgbClr val="61736D"/>
                </a:solidFill>
                <a:latin typeface="Arial"/>
                <a:ea typeface="Arial"/>
                <a:cs typeface="Arial"/>
              </a:defRPr>
            </a:lvl8pPr>
            <a:lvl9pPr algn="r">
              <a:defRPr sz="975" b="1">
                <a:solidFill>
                  <a:srgbClr val="61736D"/>
                </a:solidFill>
                <a:latin typeface="Arial"/>
                <a:ea typeface="Arial"/>
                <a:cs typeface="Arial"/>
              </a:defRPr>
            </a:lvl9pPr>
          </a:lstStyle>
          <a:p xmlns:a="http://schemas.openxmlformats.org/drawingml/2006/main">
            <a:pPr algn="r">
              <a:defRPr sz="975" b="1">
                <a:solidFill>
                  <a:srgbClr val="61736D"/>
                </a:solidFill>
                <a:latin typeface="Arial"/>
                <a:ea typeface="Arial"/>
                <a:cs typeface="Arial"/>
              </a:defRPr>
            </a:pPr>
            <a:r>
              <a:rPr sz="975" b="1">
                <a:solidFill>
                  <a:srgbClr val="61736D"/>
                </a:solidFill>
                <a:latin typeface="Arial"/>
                <a:ea typeface="Arial"/>
                <a:cs typeface="Arial"/>
              </a:rPr>
              <a:t>14</a:t>
            </a:r>
          </a:p>
        </p:txBody>
      </p:sp>
      <p:sp>
        <p:nvSpPr>
          <p:cNvPr id="7" name="">
            <a:extLst xmlns:a="http://schemas.openxmlformats.org/drawingml/2006/main">
              <a:ext uri="{FF2B5EF4-FFF2-40B4-BE49-F238E27FC236}">
                <a16:creationId xmlns:a16="http://schemas.microsoft.com/office/drawing/2014/main" id="{739075FD-1A6A-411A-B796-CE9AC8B8D379}"/>
              </a:ext>
            </a:extLst>
          </p:cNvPr>
          <p:cNvSpPr>
            <a:spLocks xmlns:a="http://schemas.openxmlformats.org/drawingml/2006/main" noGrp="1"/>
          </p:cNvSpPr>
          <p:nvPr/>
        </p:nvSpPr>
        <p:spPr>
          <a:xfrm xmlns:a="http://schemas.openxmlformats.org/drawingml/2006/main">
            <a:off x="952500" y="21431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Xem dashboard</a:t>
            </a:r>
          </a:p>
        </p:txBody>
      </p:sp>
      <p:sp>
        <p:nvSpPr>
          <p:cNvPr id="8" name="">
            <a:extLst xmlns:a="http://schemas.openxmlformats.org/drawingml/2006/main">
              <a:ext uri="{FF2B5EF4-FFF2-40B4-BE49-F238E27FC236}">
                <a16:creationId xmlns:a16="http://schemas.microsoft.com/office/drawing/2014/main" id="{6FEC7DCF-A7AF-4529-8690-ECA676F3A09E}"/>
              </a:ext>
            </a:extLst>
          </p:cNvPr>
          <p:cNvSpPr>
            <a:spLocks xmlns:a="http://schemas.openxmlformats.org/drawingml/2006/main" noGrp="1"/>
          </p:cNvSpPr>
          <p:nvPr/>
        </p:nvSpPr>
        <p:spPr>
          <a:xfrm xmlns:a="http://schemas.openxmlformats.org/drawingml/2006/main">
            <a:off x="3810000" y="2143125"/>
            <a:ext cx="704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.venv\Scripts\streamlit.exe run src/app/streamlit_app.py</a:t>
            </a:r>
          </a:p>
        </p:txBody>
      </p:sp>
      <p:sp>
        <p:nvSpPr>
          <p:cNvPr id="9" name="">
            <a:extLst xmlns:a="http://schemas.openxmlformats.org/drawingml/2006/main">
              <a:ext uri="{FF2B5EF4-FFF2-40B4-BE49-F238E27FC236}">
                <a16:creationId xmlns:a16="http://schemas.microsoft.com/office/drawing/2014/main" id="{7BE3E153-C247-41D3-8FE1-1F227BDA7C08}"/>
              </a:ext>
            </a:extLst>
          </p:cNvPr>
          <p:cNvSpPr>
            <a:spLocks xmlns:a="http://schemas.openxmlformats.org/drawingml/2006/main" noGrp="1"/>
          </p:cNvSpPr>
          <p:nvPr/>
        </p:nvSpPr>
        <p:spPr>
          <a:xfrm xmlns:a="http://schemas.openxmlformats.org/drawingml/2006/main">
            <a:off x="952500" y="2809875"/>
            <a:ext cx="99060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0" name="">
            <a:extLst xmlns:a="http://schemas.openxmlformats.org/drawingml/2006/main">
              <a:ext uri="{FF2B5EF4-FFF2-40B4-BE49-F238E27FC236}">
                <a16:creationId xmlns:a16="http://schemas.microsoft.com/office/drawing/2014/main" id="{2BBEDD63-513F-4B2F-B486-C48191D9D5E3}"/>
              </a:ext>
            </a:extLst>
          </p:cNvPr>
          <p:cNvSpPr>
            <a:spLocks xmlns:a="http://schemas.openxmlformats.org/drawingml/2006/main" noGrp="1"/>
          </p:cNvSpPr>
          <p:nvPr/>
        </p:nvSpPr>
        <p:spPr>
          <a:xfrm xmlns:a="http://schemas.openxmlformats.org/drawingml/2006/main">
            <a:off x="952500" y="31337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Sinh sample</a:t>
            </a:r>
          </a:p>
        </p:txBody>
      </p:sp>
      <p:sp>
        <p:nvSpPr>
          <p:cNvPr id="11" name="">
            <a:extLst xmlns:a="http://schemas.openxmlformats.org/drawingml/2006/main">
              <a:ext uri="{FF2B5EF4-FFF2-40B4-BE49-F238E27FC236}">
                <a16:creationId xmlns:a16="http://schemas.microsoft.com/office/drawing/2014/main" id="{66323CAF-AB42-4733-B0E2-8ADA6BC0218A}"/>
              </a:ext>
            </a:extLst>
          </p:cNvPr>
          <p:cNvSpPr>
            <a:spLocks xmlns:a="http://schemas.openxmlformats.org/drawingml/2006/main" noGrp="1"/>
          </p:cNvSpPr>
          <p:nvPr/>
        </p:nvSpPr>
        <p:spPr>
          <a:xfrm xmlns:a="http://schemas.openxmlformats.org/drawingml/2006/main">
            <a:off x="3810000" y="3133725"/>
            <a:ext cx="704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.venv\Scripts\python.exe scripts/make_sample_data.py</a:t>
            </a:r>
          </a:p>
        </p:txBody>
      </p:sp>
      <p:sp>
        <p:nvSpPr>
          <p:cNvPr id="12" name="">
            <a:extLst xmlns:a="http://schemas.openxmlformats.org/drawingml/2006/main">
              <a:ext uri="{FF2B5EF4-FFF2-40B4-BE49-F238E27FC236}">
                <a16:creationId xmlns:a16="http://schemas.microsoft.com/office/drawing/2014/main" id="{A41E3CB6-1D5C-4DB9-934E-052C69A12C80}"/>
              </a:ext>
            </a:extLst>
          </p:cNvPr>
          <p:cNvSpPr>
            <a:spLocks xmlns:a="http://schemas.openxmlformats.org/drawingml/2006/main" noGrp="1"/>
          </p:cNvSpPr>
          <p:nvPr/>
        </p:nvSpPr>
        <p:spPr>
          <a:xfrm xmlns:a="http://schemas.openxmlformats.org/drawingml/2006/main">
            <a:off x="952500" y="3800475"/>
            <a:ext cx="99060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3" name="">
            <a:extLst xmlns:a="http://schemas.openxmlformats.org/drawingml/2006/main">
              <a:ext uri="{FF2B5EF4-FFF2-40B4-BE49-F238E27FC236}">
                <a16:creationId xmlns:a16="http://schemas.microsoft.com/office/drawing/2014/main" id="{E96E52D1-D94C-4E2F-A020-FB2A9B0E304C}"/>
              </a:ext>
            </a:extLst>
          </p:cNvPr>
          <p:cNvSpPr>
            <a:spLocks xmlns:a="http://schemas.openxmlformats.org/drawingml/2006/main" noGrp="1"/>
          </p:cNvSpPr>
          <p:nvPr/>
        </p:nvSpPr>
        <p:spPr>
          <a:xfrm xmlns:a="http://schemas.openxmlformats.org/drawingml/2006/main">
            <a:off x="952500" y="4124325"/>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00" b="1">
                <a:solidFill>
                  <a:srgbClr val="183D36"/>
                </a:solidFill>
                <a:latin typeface="Arial"/>
                <a:ea typeface="Arial"/>
                <a:cs typeface="Arial"/>
              </a:defRPr>
            </a:defPPr>
            <a:lvl1pPr algn="l">
              <a:defRPr sz="1800" b="1">
                <a:solidFill>
                  <a:srgbClr val="183D36"/>
                </a:solidFill>
                <a:latin typeface="Arial"/>
                <a:ea typeface="Arial"/>
                <a:cs typeface="Arial"/>
              </a:defRPr>
            </a:lvl1pPr>
            <a:lvl2pPr algn="l">
              <a:defRPr sz="1800" b="1">
                <a:solidFill>
                  <a:srgbClr val="183D36"/>
                </a:solidFill>
                <a:latin typeface="Arial"/>
                <a:ea typeface="Arial"/>
                <a:cs typeface="Arial"/>
              </a:defRPr>
            </a:lvl2pPr>
            <a:lvl3pPr algn="l">
              <a:defRPr sz="1800" b="1">
                <a:solidFill>
                  <a:srgbClr val="183D36"/>
                </a:solidFill>
                <a:latin typeface="Arial"/>
                <a:ea typeface="Arial"/>
                <a:cs typeface="Arial"/>
              </a:defRPr>
            </a:lvl3pPr>
            <a:lvl4pPr algn="l">
              <a:defRPr sz="1800" b="1">
                <a:solidFill>
                  <a:srgbClr val="183D36"/>
                </a:solidFill>
                <a:latin typeface="Arial"/>
                <a:ea typeface="Arial"/>
                <a:cs typeface="Arial"/>
              </a:defRPr>
            </a:lvl4pPr>
            <a:lvl5pPr algn="l">
              <a:defRPr sz="1800" b="1">
                <a:solidFill>
                  <a:srgbClr val="183D36"/>
                </a:solidFill>
                <a:latin typeface="Arial"/>
                <a:ea typeface="Arial"/>
                <a:cs typeface="Arial"/>
              </a:defRPr>
            </a:lvl5pPr>
            <a:lvl6pPr algn="l">
              <a:defRPr sz="1800" b="1">
                <a:solidFill>
                  <a:srgbClr val="183D36"/>
                </a:solidFill>
                <a:latin typeface="Arial"/>
                <a:ea typeface="Arial"/>
                <a:cs typeface="Arial"/>
              </a:defRPr>
            </a:lvl6pPr>
            <a:lvl7pPr algn="l">
              <a:defRPr sz="1800" b="1">
                <a:solidFill>
                  <a:srgbClr val="183D36"/>
                </a:solidFill>
                <a:latin typeface="Arial"/>
                <a:ea typeface="Arial"/>
                <a:cs typeface="Arial"/>
              </a:defRPr>
            </a:lvl7pPr>
            <a:lvl8pPr algn="l">
              <a:defRPr sz="1800" b="1">
                <a:solidFill>
                  <a:srgbClr val="183D36"/>
                </a:solidFill>
                <a:latin typeface="Arial"/>
                <a:ea typeface="Arial"/>
                <a:cs typeface="Arial"/>
              </a:defRPr>
            </a:lvl8pPr>
            <a:lvl9pPr algn="l">
              <a:defRPr sz="1800" b="1">
                <a:solidFill>
                  <a:srgbClr val="183D36"/>
                </a:solidFill>
                <a:latin typeface="Arial"/>
                <a:ea typeface="Arial"/>
                <a:cs typeface="Arial"/>
              </a:defRPr>
            </a:lvl9pPr>
          </a:lstStyle>
          <a:p xmlns:a="http://schemas.openxmlformats.org/drawingml/2006/main">
            <a:pPr algn="l">
              <a:defRPr sz="1800" b="1">
                <a:solidFill>
                  <a:srgbClr val="183D36"/>
                </a:solidFill>
                <a:latin typeface="Arial"/>
                <a:ea typeface="Arial"/>
                <a:cs typeface="Arial"/>
              </a:defRPr>
            </a:pPr>
            <a:r>
              <a:rPr sz="1800" b="1">
                <a:solidFill>
                  <a:srgbClr val="183D36"/>
                </a:solidFill>
                <a:latin typeface="Arial"/>
                <a:ea typeface="Arial"/>
                <a:cs typeface="Arial"/>
              </a:rPr>
              <a:t>Hậu kiểm</a:t>
            </a:r>
          </a:p>
        </p:txBody>
      </p:sp>
      <p:sp>
        <p:nvSpPr>
          <p:cNvPr id="14" name="">
            <a:extLst xmlns:a="http://schemas.openxmlformats.org/drawingml/2006/main">
              <a:ext uri="{FF2B5EF4-FFF2-40B4-BE49-F238E27FC236}">
                <a16:creationId xmlns:a16="http://schemas.microsoft.com/office/drawing/2014/main" id="{224FF3B9-96A8-4A69-B08E-5F6F51549797}"/>
              </a:ext>
            </a:extLst>
          </p:cNvPr>
          <p:cNvSpPr>
            <a:spLocks xmlns:a="http://schemas.openxmlformats.org/drawingml/2006/main" noGrp="1"/>
          </p:cNvSpPr>
          <p:nvPr/>
        </p:nvSpPr>
        <p:spPr>
          <a:xfrm xmlns:a="http://schemas.openxmlformats.org/drawingml/2006/main">
            <a:off x="3810000" y="4124325"/>
            <a:ext cx="7048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500" b="0">
                <a:solidFill>
                  <a:srgbClr val="24332F"/>
                </a:solidFill>
                <a:latin typeface="Arial"/>
                <a:ea typeface="Arial"/>
                <a:cs typeface="Arial"/>
              </a:defRPr>
            </a:defPPr>
            <a:lvl1pPr algn="l">
              <a:defRPr sz="1500" b="0">
                <a:solidFill>
                  <a:srgbClr val="24332F"/>
                </a:solidFill>
                <a:latin typeface="Arial"/>
                <a:ea typeface="Arial"/>
                <a:cs typeface="Arial"/>
              </a:defRPr>
            </a:lvl1pPr>
            <a:lvl2pPr algn="l">
              <a:defRPr sz="1500" b="0">
                <a:solidFill>
                  <a:srgbClr val="24332F"/>
                </a:solidFill>
                <a:latin typeface="Arial"/>
                <a:ea typeface="Arial"/>
                <a:cs typeface="Arial"/>
              </a:defRPr>
            </a:lvl2pPr>
            <a:lvl3pPr algn="l">
              <a:defRPr sz="1500" b="0">
                <a:solidFill>
                  <a:srgbClr val="24332F"/>
                </a:solidFill>
                <a:latin typeface="Arial"/>
                <a:ea typeface="Arial"/>
                <a:cs typeface="Arial"/>
              </a:defRPr>
            </a:lvl3pPr>
            <a:lvl4pPr algn="l">
              <a:defRPr sz="1500" b="0">
                <a:solidFill>
                  <a:srgbClr val="24332F"/>
                </a:solidFill>
                <a:latin typeface="Arial"/>
                <a:ea typeface="Arial"/>
                <a:cs typeface="Arial"/>
              </a:defRPr>
            </a:lvl4pPr>
            <a:lvl5pPr algn="l">
              <a:defRPr sz="1500" b="0">
                <a:solidFill>
                  <a:srgbClr val="24332F"/>
                </a:solidFill>
                <a:latin typeface="Arial"/>
                <a:ea typeface="Arial"/>
                <a:cs typeface="Arial"/>
              </a:defRPr>
            </a:lvl5pPr>
            <a:lvl6pPr algn="l">
              <a:defRPr sz="1500" b="0">
                <a:solidFill>
                  <a:srgbClr val="24332F"/>
                </a:solidFill>
                <a:latin typeface="Arial"/>
                <a:ea typeface="Arial"/>
                <a:cs typeface="Arial"/>
              </a:defRPr>
            </a:lvl6pPr>
            <a:lvl7pPr algn="l">
              <a:defRPr sz="1500" b="0">
                <a:solidFill>
                  <a:srgbClr val="24332F"/>
                </a:solidFill>
                <a:latin typeface="Arial"/>
                <a:ea typeface="Arial"/>
                <a:cs typeface="Arial"/>
              </a:defRPr>
            </a:lvl7pPr>
            <a:lvl8pPr algn="l">
              <a:defRPr sz="1500" b="0">
                <a:solidFill>
                  <a:srgbClr val="24332F"/>
                </a:solidFill>
                <a:latin typeface="Arial"/>
                <a:ea typeface="Arial"/>
                <a:cs typeface="Arial"/>
              </a:defRPr>
            </a:lvl8pPr>
            <a:lvl9pPr algn="l">
              <a:defRPr sz="1500" b="0">
                <a:solidFill>
                  <a:srgbClr val="24332F"/>
                </a:solidFill>
                <a:latin typeface="Arial"/>
                <a:ea typeface="Arial"/>
                <a:cs typeface="Arial"/>
              </a:defRPr>
            </a:lvl9pPr>
          </a:lstStyle>
          <a:p xmlns:a="http://schemas.openxmlformats.org/drawingml/2006/main">
            <a:pPr algn="l">
              <a:defRPr sz="1500" b="0">
                <a:solidFill>
                  <a:srgbClr val="24332F"/>
                </a:solidFill>
                <a:latin typeface="Arial"/>
                <a:ea typeface="Arial"/>
                <a:cs typeface="Arial"/>
              </a:defRPr>
            </a:pPr>
            <a:r>
              <a:rPr sz="1500" b="0">
                <a:solidFill>
                  <a:srgbClr val="24332F"/>
                </a:solidFill>
                <a:latin typeface="Arial"/>
                <a:ea typeface="Arial"/>
                <a:cs typeface="Arial"/>
              </a:rPr>
              <a:t>.venv\Scripts\python.exe scripts/run_all.py</a:t>
            </a:r>
          </a:p>
        </p:txBody>
      </p:sp>
      <p:sp>
        <p:nvSpPr>
          <p:cNvPr id="15" name="">
            <a:extLst xmlns:a="http://schemas.openxmlformats.org/drawingml/2006/main">
              <a:ext uri="{FF2B5EF4-FFF2-40B4-BE49-F238E27FC236}">
                <a16:creationId xmlns:a16="http://schemas.microsoft.com/office/drawing/2014/main" id="{6B116C32-A70B-4693-8EDB-21B3800B03A4}"/>
              </a:ext>
            </a:extLst>
          </p:cNvPr>
          <p:cNvSpPr>
            <a:spLocks xmlns:a="http://schemas.openxmlformats.org/drawingml/2006/main" noGrp="1"/>
          </p:cNvSpPr>
          <p:nvPr/>
        </p:nvSpPr>
        <p:spPr>
          <a:xfrm xmlns:a="http://schemas.openxmlformats.org/drawingml/2006/main">
            <a:off x="952500" y="4791075"/>
            <a:ext cx="9906000" cy="0"/>
          </a:xfrm>
          <a:prstGeom xmlns:a="http://schemas.openxmlformats.org/drawingml/2006/main" prst="line">
            <a:avLst/>
          </a:prstGeom>
          <a:noFill xmlns:a="http://schemas.openxmlformats.org/drawingml/2006/main"/>
          <a:ln xmlns:a="http://schemas.openxmlformats.org/drawingml/2006/main" w="14288">
            <a:solidFill>
              <a:srgbClr val="CAD8D2"/>
            </a:solidFill>
            <a:prstDash val="solid"/>
          </a:ln>
        </p:spPr>
      </p:sp>
      <p:sp>
        <p:nvSpPr>
          <p:cNvPr id="16" name="">
            <a:extLst xmlns:a="http://schemas.openxmlformats.org/drawingml/2006/main">
              <a:ext uri="{FF2B5EF4-FFF2-40B4-BE49-F238E27FC236}">
                <a16:creationId xmlns:a16="http://schemas.microsoft.com/office/drawing/2014/main" id="{826C21E4-D82D-4281-A172-EB9C7F3636E8}"/>
              </a:ext>
            </a:extLst>
          </p:cNvPr>
          <p:cNvSpPr>
            <a:spLocks xmlns:a="http://schemas.openxmlformats.org/drawingml/2006/main" noGrp="1"/>
          </p:cNvSpPr>
          <p:nvPr/>
        </p:nvSpPr>
        <p:spPr>
          <a:xfrm xmlns:a="http://schemas.openxmlformats.org/drawingml/2006/main">
            <a:off x="952500" y="541020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725" b="1">
                <a:solidFill>
                  <a:srgbClr val="A14633"/>
                </a:solidFill>
                <a:latin typeface="Arial"/>
                <a:ea typeface="Arial"/>
                <a:cs typeface="Arial"/>
              </a:defRPr>
            </a:defPPr>
            <a:lvl1pPr algn="l">
              <a:defRPr sz="1725" b="1">
                <a:solidFill>
                  <a:srgbClr val="A14633"/>
                </a:solidFill>
                <a:latin typeface="Arial"/>
                <a:ea typeface="Arial"/>
                <a:cs typeface="Arial"/>
              </a:defRPr>
            </a:lvl1pPr>
            <a:lvl2pPr algn="l">
              <a:defRPr sz="1725" b="1">
                <a:solidFill>
                  <a:srgbClr val="A14633"/>
                </a:solidFill>
                <a:latin typeface="Arial"/>
                <a:ea typeface="Arial"/>
                <a:cs typeface="Arial"/>
              </a:defRPr>
            </a:lvl2pPr>
            <a:lvl3pPr algn="l">
              <a:defRPr sz="1725" b="1">
                <a:solidFill>
                  <a:srgbClr val="A14633"/>
                </a:solidFill>
                <a:latin typeface="Arial"/>
                <a:ea typeface="Arial"/>
                <a:cs typeface="Arial"/>
              </a:defRPr>
            </a:lvl3pPr>
            <a:lvl4pPr algn="l">
              <a:defRPr sz="1725" b="1">
                <a:solidFill>
                  <a:srgbClr val="A14633"/>
                </a:solidFill>
                <a:latin typeface="Arial"/>
                <a:ea typeface="Arial"/>
                <a:cs typeface="Arial"/>
              </a:defRPr>
            </a:lvl4pPr>
            <a:lvl5pPr algn="l">
              <a:defRPr sz="1725" b="1">
                <a:solidFill>
                  <a:srgbClr val="A14633"/>
                </a:solidFill>
                <a:latin typeface="Arial"/>
                <a:ea typeface="Arial"/>
                <a:cs typeface="Arial"/>
              </a:defRPr>
            </a:lvl5pPr>
            <a:lvl6pPr algn="l">
              <a:defRPr sz="1725" b="1">
                <a:solidFill>
                  <a:srgbClr val="A14633"/>
                </a:solidFill>
                <a:latin typeface="Arial"/>
                <a:ea typeface="Arial"/>
                <a:cs typeface="Arial"/>
              </a:defRPr>
            </a:lvl6pPr>
            <a:lvl7pPr algn="l">
              <a:defRPr sz="1725" b="1">
                <a:solidFill>
                  <a:srgbClr val="A14633"/>
                </a:solidFill>
                <a:latin typeface="Arial"/>
                <a:ea typeface="Arial"/>
                <a:cs typeface="Arial"/>
              </a:defRPr>
            </a:lvl7pPr>
            <a:lvl8pPr algn="l">
              <a:defRPr sz="1725" b="1">
                <a:solidFill>
                  <a:srgbClr val="A14633"/>
                </a:solidFill>
                <a:latin typeface="Arial"/>
                <a:ea typeface="Arial"/>
                <a:cs typeface="Arial"/>
              </a:defRPr>
            </a:lvl8pPr>
            <a:lvl9pPr algn="l">
              <a:defRPr sz="1725" b="1">
                <a:solidFill>
                  <a:srgbClr val="A14633"/>
                </a:solidFill>
                <a:latin typeface="Arial"/>
                <a:ea typeface="Arial"/>
                <a:cs typeface="Arial"/>
              </a:defRPr>
            </a:lvl9pPr>
          </a:lstStyle>
          <a:p xmlns:a="http://schemas.openxmlformats.org/drawingml/2006/main">
            <a:pPr algn="l">
              <a:defRPr sz="1725" b="1">
                <a:solidFill>
                  <a:srgbClr val="A14633"/>
                </a:solidFill>
                <a:latin typeface="Arial"/>
                <a:ea typeface="Arial"/>
                <a:cs typeface="Arial"/>
              </a:defRPr>
            </a:pPr>
            <a:r>
              <a:rPr sz="1725" b="1">
                <a:solidFill>
                  <a:srgbClr val="A14633"/>
                </a:solidFill>
                <a:latin typeface="Arial"/>
                <a:ea typeface="Arial"/>
                <a:cs typeface="Arial"/>
              </a:rPr>
              <a:t>Test đã mở: runner không gọi evaluator hoặc fit lại mô hình.</a:t>
            </a:r>
          </a:p>
        </p:txBody>
      </p:sp>
    </p:spTree>
    <p:extLst>
      <p:ext uri="{BB962C8B-B14F-4D97-AF65-F5344CB8AC3E}">
        <p14:creationId xmlns:p14="http://schemas.microsoft.com/office/powerpoint/2010/main" val="452382275"/>
      </p:ext>
    </p:extLst>
  </p:cSld>
</p:sld>
</file>

<file path=ppt/slides/slide15.xml><?xml version="1.0" encoding="utf-8"?>
<p:sld xmlns:p="http://schemas.openxmlformats.org/presentationml/2006/main">
  <p:cSld>
    <p:bg>
      <p:bgPr>
        <a:solidFill xmlns:a="http://schemas.openxmlformats.org/drawingml/2006/main">
          <a:srgbClr val="183D3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FDE8D4-1E56-4D0A-9E37-3C32DB5E157D}"/>
              </a:ext>
            </a:extLst>
          </p:cNvPr>
          <p:cNvSpPr>
            <a:spLocks xmlns:a="http://schemas.openxmlformats.org/drawingml/2006/main" noGrp="1"/>
          </p:cNvSpPr>
          <p:nvPr/>
        </p:nvSpPr>
        <p:spPr>
          <a:xfrm xmlns:a="http://schemas.openxmlformats.org/drawingml/2006/main">
            <a:off x="838200" y="5715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1">
                <a:solidFill>
                  <a:srgbClr val="C9DED5"/>
                </a:solidFill>
                <a:latin typeface="Arial"/>
                <a:ea typeface="Arial"/>
                <a:cs typeface="Arial"/>
              </a:defRPr>
            </a:defPPr>
            <a:lvl1pPr algn="l">
              <a:defRPr sz="1350" b="1">
                <a:solidFill>
                  <a:srgbClr val="C9DED5"/>
                </a:solidFill>
                <a:latin typeface="Arial"/>
                <a:ea typeface="Arial"/>
                <a:cs typeface="Arial"/>
              </a:defRPr>
            </a:lvl1pPr>
            <a:lvl2pPr algn="l">
              <a:defRPr sz="1350" b="1">
                <a:solidFill>
                  <a:srgbClr val="C9DED5"/>
                </a:solidFill>
                <a:latin typeface="Arial"/>
                <a:ea typeface="Arial"/>
                <a:cs typeface="Arial"/>
              </a:defRPr>
            </a:lvl2pPr>
            <a:lvl3pPr algn="l">
              <a:defRPr sz="1350" b="1">
                <a:solidFill>
                  <a:srgbClr val="C9DED5"/>
                </a:solidFill>
                <a:latin typeface="Arial"/>
                <a:ea typeface="Arial"/>
                <a:cs typeface="Arial"/>
              </a:defRPr>
            </a:lvl3pPr>
            <a:lvl4pPr algn="l">
              <a:defRPr sz="1350" b="1">
                <a:solidFill>
                  <a:srgbClr val="C9DED5"/>
                </a:solidFill>
                <a:latin typeface="Arial"/>
                <a:ea typeface="Arial"/>
                <a:cs typeface="Arial"/>
              </a:defRPr>
            </a:lvl4pPr>
            <a:lvl5pPr algn="l">
              <a:defRPr sz="1350" b="1">
                <a:solidFill>
                  <a:srgbClr val="C9DED5"/>
                </a:solidFill>
                <a:latin typeface="Arial"/>
                <a:ea typeface="Arial"/>
                <a:cs typeface="Arial"/>
              </a:defRPr>
            </a:lvl5pPr>
            <a:lvl6pPr algn="l">
              <a:defRPr sz="1350" b="1">
                <a:solidFill>
                  <a:srgbClr val="C9DED5"/>
                </a:solidFill>
                <a:latin typeface="Arial"/>
                <a:ea typeface="Arial"/>
                <a:cs typeface="Arial"/>
              </a:defRPr>
            </a:lvl6pPr>
            <a:lvl7pPr algn="l">
              <a:defRPr sz="1350" b="1">
                <a:solidFill>
                  <a:srgbClr val="C9DED5"/>
                </a:solidFill>
                <a:latin typeface="Arial"/>
                <a:ea typeface="Arial"/>
                <a:cs typeface="Arial"/>
              </a:defRPr>
            </a:lvl7pPr>
            <a:lvl8pPr algn="l">
              <a:defRPr sz="1350" b="1">
                <a:solidFill>
                  <a:srgbClr val="C9DED5"/>
                </a:solidFill>
                <a:latin typeface="Arial"/>
                <a:ea typeface="Arial"/>
                <a:cs typeface="Arial"/>
              </a:defRPr>
            </a:lvl8pPr>
            <a:lvl9pPr algn="l">
              <a:defRPr sz="1350" b="1">
                <a:solidFill>
                  <a:srgbClr val="C9DED5"/>
                </a:solidFill>
                <a:latin typeface="Arial"/>
                <a:ea typeface="Arial"/>
                <a:cs typeface="Arial"/>
              </a:defRPr>
            </a:lvl9pPr>
          </a:lstStyle>
          <a:p xmlns:a="http://schemas.openxmlformats.org/drawingml/2006/main">
            <a:pPr algn="l">
              <a:defRPr sz="1350" b="1">
                <a:solidFill>
                  <a:srgbClr val="C9DED5"/>
                </a:solidFill>
                <a:latin typeface="Arial"/>
                <a:ea typeface="Arial"/>
                <a:cs typeface="Arial"/>
              </a:defRPr>
            </a:pPr>
            <a:r>
              <a:rPr sz="1350" b="1">
                <a:solidFill>
                  <a:srgbClr val="C9DED5"/>
                </a:solidFill>
                <a:latin typeface="Arial"/>
                <a:ea typeface="Arial"/>
                <a:cs typeface="Arial"/>
              </a:rPr>
              <a:t>KẾT LUẬN</a:t>
            </a:r>
          </a:p>
        </p:txBody>
      </p:sp>
      <p:sp>
        <p:nvSpPr>
          <p:cNvPr id="2" name="">
            <a:extLst xmlns:a="http://schemas.openxmlformats.org/drawingml/2006/main">
              <a:ext uri="{FF2B5EF4-FFF2-40B4-BE49-F238E27FC236}">
                <a16:creationId xmlns:a16="http://schemas.microsoft.com/office/drawing/2014/main" id="{D15A5C7B-956A-4D99-8F26-1EFFC4114451}"/>
              </a:ext>
            </a:extLst>
          </p:cNvPr>
          <p:cNvSpPr>
            <a:spLocks xmlns:a="http://schemas.openxmlformats.org/drawingml/2006/main" noGrp="1"/>
          </p:cNvSpPr>
          <p:nvPr/>
        </p:nvSpPr>
        <p:spPr>
          <a:xfrm xmlns:a="http://schemas.openxmlformats.org/drawingml/2006/main">
            <a:off x="838200" y="1190625"/>
            <a:ext cx="10287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3600" b="1">
                <a:solidFill>
                  <a:srgbClr val="FFFFFF"/>
                </a:solidFill>
                <a:latin typeface="Arial"/>
                <a:ea typeface="Arial"/>
                <a:cs typeface="Arial"/>
              </a:defRPr>
            </a:defPPr>
            <a:lvl1pPr algn="l">
              <a:defRPr sz="3600" b="1">
                <a:solidFill>
                  <a:srgbClr val="FFFFFF"/>
                </a:solidFill>
                <a:latin typeface="Arial"/>
                <a:ea typeface="Arial"/>
                <a:cs typeface="Arial"/>
              </a:defRPr>
            </a:lvl1pPr>
            <a:lvl2pPr algn="l">
              <a:defRPr sz="3600" b="1">
                <a:solidFill>
                  <a:srgbClr val="FFFFFF"/>
                </a:solidFill>
                <a:latin typeface="Arial"/>
                <a:ea typeface="Arial"/>
                <a:cs typeface="Arial"/>
              </a:defRPr>
            </a:lvl2pPr>
            <a:lvl3pPr algn="l">
              <a:defRPr sz="3600" b="1">
                <a:solidFill>
                  <a:srgbClr val="FFFFFF"/>
                </a:solidFill>
                <a:latin typeface="Arial"/>
                <a:ea typeface="Arial"/>
                <a:cs typeface="Arial"/>
              </a:defRPr>
            </a:lvl3pPr>
            <a:lvl4pPr algn="l">
              <a:defRPr sz="3600" b="1">
                <a:solidFill>
                  <a:srgbClr val="FFFFFF"/>
                </a:solidFill>
                <a:latin typeface="Arial"/>
                <a:ea typeface="Arial"/>
                <a:cs typeface="Arial"/>
              </a:defRPr>
            </a:lvl4pPr>
            <a:lvl5pPr algn="l">
              <a:defRPr sz="3600" b="1">
                <a:solidFill>
                  <a:srgbClr val="FFFFFF"/>
                </a:solidFill>
                <a:latin typeface="Arial"/>
                <a:ea typeface="Arial"/>
                <a:cs typeface="Arial"/>
              </a:defRPr>
            </a:lvl5pPr>
            <a:lvl6pPr algn="l">
              <a:defRPr sz="3600" b="1">
                <a:solidFill>
                  <a:srgbClr val="FFFFFF"/>
                </a:solidFill>
                <a:latin typeface="Arial"/>
                <a:ea typeface="Arial"/>
                <a:cs typeface="Arial"/>
              </a:defRPr>
            </a:lvl6pPr>
            <a:lvl7pPr algn="l">
              <a:defRPr sz="3600" b="1">
                <a:solidFill>
                  <a:srgbClr val="FFFFFF"/>
                </a:solidFill>
                <a:latin typeface="Arial"/>
                <a:ea typeface="Arial"/>
                <a:cs typeface="Arial"/>
              </a:defRPr>
            </a:lvl7pPr>
            <a:lvl8pPr algn="l">
              <a:defRPr sz="3600" b="1">
                <a:solidFill>
                  <a:srgbClr val="FFFFFF"/>
                </a:solidFill>
                <a:latin typeface="Arial"/>
                <a:ea typeface="Arial"/>
                <a:cs typeface="Arial"/>
              </a:defRPr>
            </a:lvl8pPr>
            <a:lvl9pPr algn="l">
              <a:defRPr sz="3600" b="1">
                <a:solidFill>
                  <a:srgbClr val="FFFFFF"/>
                </a:solidFill>
                <a:latin typeface="Arial"/>
                <a:ea typeface="Arial"/>
                <a:cs typeface="Arial"/>
              </a:defRPr>
            </a:lvl9pPr>
          </a:lstStyle>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Quy trình và sản phẩm đã có.</a:t>
            </a:r>
          </a:p>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Tác động kinh doanh cần kiểm chứng.</a:t>
            </a:r>
          </a:p>
        </p:txBody>
      </p:sp>
      <p:sp>
        <p:nvSpPr>
          <p:cNvPr id="3" name="">
            <a:extLst xmlns:a="http://schemas.openxmlformats.org/drawingml/2006/main">
              <a:ext uri="{FF2B5EF4-FFF2-40B4-BE49-F238E27FC236}">
                <a16:creationId xmlns:a16="http://schemas.microsoft.com/office/drawing/2014/main" id="{85C37B19-CBDF-4839-BD59-0D0C642D6FF0}"/>
              </a:ext>
            </a:extLst>
          </p:cNvPr>
          <p:cNvSpPr>
            <a:spLocks xmlns:a="http://schemas.openxmlformats.org/drawingml/2006/main" noGrp="1"/>
          </p:cNvSpPr>
          <p:nvPr/>
        </p:nvSpPr>
        <p:spPr>
          <a:xfrm xmlns:a="http://schemas.openxmlformats.org/drawingml/2006/main">
            <a:off x="838200" y="2876550"/>
            <a:ext cx="10477500" cy="0"/>
          </a:xfrm>
          <a:prstGeom xmlns:a="http://schemas.openxmlformats.org/drawingml/2006/main" prst="line">
            <a:avLst/>
          </a:prstGeom>
          <a:noFill xmlns:a="http://schemas.openxmlformats.org/drawingml/2006/main"/>
          <a:ln xmlns:a="http://schemas.openxmlformats.org/drawingml/2006/main" w="19050">
            <a:solidFill>
              <a:srgbClr val="73A98F"/>
            </a:solidFill>
            <a:prstDash val="solid"/>
          </a:ln>
        </p:spPr>
      </p:sp>
      <p:sp>
        <p:nvSpPr>
          <p:cNvPr id="4" name="">
            <a:extLst xmlns:a="http://schemas.openxmlformats.org/drawingml/2006/main">
              <a:ext uri="{FF2B5EF4-FFF2-40B4-BE49-F238E27FC236}">
                <a16:creationId xmlns:a16="http://schemas.microsoft.com/office/drawing/2014/main" id="{C527D69B-3C88-44F6-A80C-A6A5B6C64A60}"/>
              </a:ext>
            </a:extLst>
          </p:cNvPr>
          <p:cNvSpPr>
            <a:spLocks xmlns:a="http://schemas.openxmlformats.org/drawingml/2006/main" noGrp="1"/>
          </p:cNvSpPr>
          <p:nvPr/>
        </p:nvSpPr>
        <p:spPr>
          <a:xfrm xmlns:a="http://schemas.openxmlformats.org/drawingml/2006/main">
            <a:off x="838200" y="3333750"/>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C9DED5"/>
                </a:solidFill>
                <a:latin typeface="Arial"/>
                <a:ea typeface="Arial"/>
                <a:cs typeface="Arial"/>
              </a:defRPr>
            </a:defPPr>
            <a:lvl1pPr algn="l">
              <a:defRPr sz="1875" b="1">
                <a:solidFill>
                  <a:srgbClr val="C9DED5"/>
                </a:solidFill>
                <a:latin typeface="Arial"/>
                <a:ea typeface="Arial"/>
                <a:cs typeface="Arial"/>
              </a:defRPr>
            </a:lvl1pPr>
            <a:lvl2pPr algn="l">
              <a:defRPr sz="1875" b="1">
                <a:solidFill>
                  <a:srgbClr val="C9DED5"/>
                </a:solidFill>
                <a:latin typeface="Arial"/>
                <a:ea typeface="Arial"/>
                <a:cs typeface="Arial"/>
              </a:defRPr>
            </a:lvl2pPr>
            <a:lvl3pPr algn="l">
              <a:defRPr sz="1875" b="1">
                <a:solidFill>
                  <a:srgbClr val="C9DED5"/>
                </a:solidFill>
                <a:latin typeface="Arial"/>
                <a:ea typeface="Arial"/>
                <a:cs typeface="Arial"/>
              </a:defRPr>
            </a:lvl3pPr>
            <a:lvl4pPr algn="l">
              <a:defRPr sz="1875" b="1">
                <a:solidFill>
                  <a:srgbClr val="C9DED5"/>
                </a:solidFill>
                <a:latin typeface="Arial"/>
                <a:ea typeface="Arial"/>
                <a:cs typeface="Arial"/>
              </a:defRPr>
            </a:lvl4pPr>
            <a:lvl5pPr algn="l">
              <a:defRPr sz="1875" b="1">
                <a:solidFill>
                  <a:srgbClr val="C9DED5"/>
                </a:solidFill>
                <a:latin typeface="Arial"/>
                <a:ea typeface="Arial"/>
                <a:cs typeface="Arial"/>
              </a:defRPr>
            </a:lvl5pPr>
            <a:lvl6pPr algn="l">
              <a:defRPr sz="1875" b="1">
                <a:solidFill>
                  <a:srgbClr val="C9DED5"/>
                </a:solidFill>
                <a:latin typeface="Arial"/>
                <a:ea typeface="Arial"/>
                <a:cs typeface="Arial"/>
              </a:defRPr>
            </a:lvl6pPr>
            <a:lvl7pPr algn="l">
              <a:defRPr sz="1875" b="1">
                <a:solidFill>
                  <a:srgbClr val="C9DED5"/>
                </a:solidFill>
                <a:latin typeface="Arial"/>
                <a:ea typeface="Arial"/>
                <a:cs typeface="Arial"/>
              </a:defRPr>
            </a:lvl7pPr>
            <a:lvl8pPr algn="l">
              <a:defRPr sz="1875" b="1">
                <a:solidFill>
                  <a:srgbClr val="C9DED5"/>
                </a:solidFill>
                <a:latin typeface="Arial"/>
                <a:ea typeface="Arial"/>
                <a:cs typeface="Arial"/>
              </a:defRPr>
            </a:lvl8pPr>
            <a:lvl9pPr algn="l">
              <a:defRPr sz="1875" b="1">
                <a:solidFill>
                  <a:srgbClr val="C9DED5"/>
                </a:solidFill>
                <a:latin typeface="Arial"/>
                <a:ea typeface="Arial"/>
                <a:cs typeface="Arial"/>
              </a:defRPr>
            </a:lvl9pPr>
          </a:lstStyle>
          <a:p xmlns:a="http://schemas.openxmlformats.org/drawingml/2006/main">
            <a:pPr algn="l">
              <a:defRPr sz="1875" b="1">
                <a:solidFill>
                  <a:srgbClr val="C9DED5"/>
                </a:solidFill>
                <a:latin typeface="Arial"/>
                <a:ea typeface="Arial"/>
                <a:cs typeface="Arial"/>
              </a:defRPr>
            </a:pPr>
            <a:r>
              <a:rPr sz="1875" b="1">
                <a:solidFill>
                  <a:srgbClr val="C9DED5"/>
                </a:solidFill>
                <a:latin typeface="Arial"/>
                <a:ea typeface="Arial"/>
                <a:cs typeface="Arial"/>
              </a:rPr>
              <a:t>Đã làm được</a:t>
            </a:r>
          </a:p>
        </p:txBody>
      </p:sp>
      <p:sp>
        <p:nvSpPr>
          <p:cNvPr id="5" name="">
            <a:extLst xmlns:a="http://schemas.openxmlformats.org/drawingml/2006/main">
              <a:ext uri="{FF2B5EF4-FFF2-40B4-BE49-F238E27FC236}">
                <a16:creationId xmlns:a16="http://schemas.microsoft.com/office/drawing/2014/main" id="{E4EF3847-859F-44B0-BF4A-008E3C05D00C}"/>
              </a:ext>
            </a:extLst>
          </p:cNvPr>
          <p:cNvSpPr>
            <a:spLocks xmlns:a="http://schemas.openxmlformats.org/drawingml/2006/main" noGrp="1"/>
          </p:cNvSpPr>
          <p:nvPr/>
        </p:nvSpPr>
        <p:spPr>
          <a:xfrm xmlns:a="http://schemas.openxmlformats.org/drawingml/2006/main">
            <a:off x="838200" y="3781425"/>
            <a:ext cx="1019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Kho · phân tích mô tả · dashboard · báo cáo · kiểm soát dữ liệu</a:t>
            </a:r>
          </a:p>
        </p:txBody>
      </p:sp>
      <p:sp>
        <p:nvSpPr>
          <p:cNvPr id="6" name="">
            <a:extLst xmlns:a="http://schemas.openxmlformats.org/drawingml/2006/main">
              <a:ext uri="{FF2B5EF4-FFF2-40B4-BE49-F238E27FC236}">
                <a16:creationId xmlns:a16="http://schemas.microsoft.com/office/drawing/2014/main" id="{6D6F3DBB-FE96-4A8F-8212-46398BE73647}"/>
              </a:ext>
            </a:extLst>
          </p:cNvPr>
          <p:cNvSpPr>
            <a:spLocks xmlns:a="http://schemas.openxmlformats.org/drawingml/2006/main" noGrp="1"/>
          </p:cNvSpPr>
          <p:nvPr/>
        </p:nvSpPr>
        <p:spPr>
          <a:xfrm xmlns:a="http://schemas.openxmlformats.org/drawingml/2006/main">
            <a:off x="838200" y="47625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1">
                <a:solidFill>
                  <a:srgbClr val="C9DED5"/>
                </a:solidFill>
                <a:latin typeface="Arial"/>
                <a:ea typeface="Arial"/>
                <a:cs typeface="Arial"/>
              </a:defRPr>
            </a:defPPr>
            <a:lvl1pPr algn="l">
              <a:defRPr sz="1875" b="1">
                <a:solidFill>
                  <a:srgbClr val="C9DED5"/>
                </a:solidFill>
                <a:latin typeface="Arial"/>
                <a:ea typeface="Arial"/>
                <a:cs typeface="Arial"/>
              </a:defRPr>
            </a:lvl1pPr>
            <a:lvl2pPr algn="l">
              <a:defRPr sz="1875" b="1">
                <a:solidFill>
                  <a:srgbClr val="C9DED5"/>
                </a:solidFill>
                <a:latin typeface="Arial"/>
                <a:ea typeface="Arial"/>
                <a:cs typeface="Arial"/>
              </a:defRPr>
            </a:lvl2pPr>
            <a:lvl3pPr algn="l">
              <a:defRPr sz="1875" b="1">
                <a:solidFill>
                  <a:srgbClr val="C9DED5"/>
                </a:solidFill>
                <a:latin typeface="Arial"/>
                <a:ea typeface="Arial"/>
                <a:cs typeface="Arial"/>
              </a:defRPr>
            </a:lvl3pPr>
            <a:lvl4pPr algn="l">
              <a:defRPr sz="1875" b="1">
                <a:solidFill>
                  <a:srgbClr val="C9DED5"/>
                </a:solidFill>
                <a:latin typeface="Arial"/>
                <a:ea typeface="Arial"/>
                <a:cs typeface="Arial"/>
              </a:defRPr>
            </a:lvl4pPr>
            <a:lvl5pPr algn="l">
              <a:defRPr sz="1875" b="1">
                <a:solidFill>
                  <a:srgbClr val="C9DED5"/>
                </a:solidFill>
                <a:latin typeface="Arial"/>
                <a:ea typeface="Arial"/>
                <a:cs typeface="Arial"/>
              </a:defRPr>
            </a:lvl5pPr>
            <a:lvl6pPr algn="l">
              <a:defRPr sz="1875" b="1">
                <a:solidFill>
                  <a:srgbClr val="C9DED5"/>
                </a:solidFill>
                <a:latin typeface="Arial"/>
                <a:ea typeface="Arial"/>
                <a:cs typeface="Arial"/>
              </a:defRPr>
            </a:lvl6pPr>
            <a:lvl7pPr algn="l">
              <a:defRPr sz="1875" b="1">
                <a:solidFill>
                  <a:srgbClr val="C9DED5"/>
                </a:solidFill>
                <a:latin typeface="Arial"/>
                <a:ea typeface="Arial"/>
                <a:cs typeface="Arial"/>
              </a:defRPr>
            </a:lvl7pPr>
            <a:lvl8pPr algn="l">
              <a:defRPr sz="1875" b="1">
                <a:solidFill>
                  <a:srgbClr val="C9DED5"/>
                </a:solidFill>
                <a:latin typeface="Arial"/>
                <a:ea typeface="Arial"/>
                <a:cs typeface="Arial"/>
              </a:defRPr>
            </a:lvl8pPr>
            <a:lvl9pPr algn="l">
              <a:defRPr sz="1875" b="1">
                <a:solidFill>
                  <a:srgbClr val="C9DED5"/>
                </a:solidFill>
                <a:latin typeface="Arial"/>
                <a:ea typeface="Arial"/>
                <a:cs typeface="Arial"/>
              </a:defRPr>
            </a:lvl9pPr>
          </a:lstStyle>
          <a:p xmlns:a="http://schemas.openxmlformats.org/drawingml/2006/main">
            <a:pPr algn="l">
              <a:defRPr sz="1875" b="1">
                <a:solidFill>
                  <a:srgbClr val="C9DED5"/>
                </a:solidFill>
                <a:latin typeface="Arial"/>
                <a:ea typeface="Arial"/>
                <a:cs typeface="Arial"/>
              </a:defRPr>
            </a:pPr>
            <a:r>
              <a:rPr sz="1875" b="1">
                <a:solidFill>
                  <a:srgbClr val="C9DED5"/>
                </a:solidFill>
                <a:latin typeface="Arial"/>
                <a:ea typeface="Arial"/>
                <a:cs typeface="Arial"/>
              </a:rPr>
              <a:t>Còn cần</a:t>
            </a:r>
          </a:p>
        </p:txBody>
      </p:sp>
      <p:sp>
        <p:nvSpPr>
          <p:cNvPr id="7" name="">
            <a:extLst xmlns:a="http://schemas.openxmlformats.org/drawingml/2006/main">
              <a:ext uri="{FF2B5EF4-FFF2-40B4-BE49-F238E27FC236}">
                <a16:creationId xmlns:a16="http://schemas.microsoft.com/office/drawing/2014/main" id="{18AE37EA-C9CB-4E4E-94FB-5C7333FDA824}"/>
              </a:ext>
            </a:extLst>
          </p:cNvPr>
          <p:cNvSpPr>
            <a:spLocks xmlns:a="http://schemas.openxmlformats.org/drawingml/2006/main" noGrp="1"/>
          </p:cNvSpPr>
          <p:nvPr/>
        </p:nvSpPr>
        <p:spPr>
          <a:xfrm xmlns:a="http://schemas.openxmlformats.org/drawingml/2006/main">
            <a:off x="838200" y="5219700"/>
            <a:ext cx="1019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875" b="0">
                <a:solidFill>
                  <a:srgbClr val="FFFFFF"/>
                </a:solidFill>
                <a:latin typeface="Arial"/>
                <a:ea typeface="Arial"/>
                <a:cs typeface="Arial"/>
              </a:defRPr>
            </a:defPPr>
            <a:lvl1pPr algn="l">
              <a:defRPr sz="1875" b="0">
                <a:solidFill>
                  <a:srgbClr val="FFFFFF"/>
                </a:solidFill>
                <a:latin typeface="Arial"/>
                <a:ea typeface="Arial"/>
                <a:cs typeface="Arial"/>
              </a:defRPr>
            </a:lvl1pPr>
            <a:lvl2pPr algn="l">
              <a:defRPr sz="1875" b="0">
                <a:solidFill>
                  <a:srgbClr val="FFFFFF"/>
                </a:solidFill>
                <a:latin typeface="Arial"/>
                <a:ea typeface="Arial"/>
                <a:cs typeface="Arial"/>
              </a:defRPr>
            </a:lvl2pPr>
            <a:lvl3pPr algn="l">
              <a:defRPr sz="1875" b="0">
                <a:solidFill>
                  <a:srgbClr val="FFFFFF"/>
                </a:solidFill>
                <a:latin typeface="Arial"/>
                <a:ea typeface="Arial"/>
                <a:cs typeface="Arial"/>
              </a:defRPr>
            </a:lvl3pPr>
            <a:lvl4pPr algn="l">
              <a:defRPr sz="1875" b="0">
                <a:solidFill>
                  <a:srgbClr val="FFFFFF"/>
                </a:solidFill>
                <a:latin typeface="Arial"/>
                <a:ea typeface="Arial"/>
                <a:cs typeface="Arial"/>
              </a:defRPr>
            </a:lvl4pPr>
            <a:lvl5pPr algn="l">
              <a:defRPr sz="1875" b="0">
                <a:solidFill>
                  <a:srgbClr val="FFFFFF"/>
                </a:solidFill>
                <a:latin typeface="Arial"/>
                <a:ea typeface="Arial"/>
                <a:cs typeface="Arial"/>
              </a:defRPr>
            </a:lvl5pPr>
            <a:lvl6pPr algn="l">
              <a:defRPr sz="1875" b="0">
                <a:solidFill>
                  <a:srgbClr val="FFFFFF"/>
                </a:solidFill>
                <a:latin typeface="Arial"/>
                <a:ea typeface="Arial"/>
                <a:cs typeface="Arial"/>
              </a:defRPr>
            </a:lvl6pPr>
            <a:lvl7pPr algn="l">
              <a:defRPr sz="1875" b="0">
                <a:solidFill>
                  <a:srgbClr val="FFFFFF"/>
                </a:solidFill>
                <a:latin typeface="Arial"/>
                <a:ea typeface="Arial"/>
                <a:cs typeface="Arial"/>
              </a:defRPr>
            </a:lvl7pPr>
            <a:lvl8pPr algn="l">
              <a:defRPr sz="1875" b="0">
                <a:solidFill>
                  <a:srgbClr val="FFFFFF"/>
                </a:solidFill>
                <a:latin typeface="Arial"/>
                <a:ea typeface="Arial"/>
                <a:cs typeface="Arial"/>
              </a:defRPr>
            </a:lvl8pPr>
            <a:lvl9pPr algn="l">
              <a:defRPr sz="1875" b="0">
                <a:solidFill>
                  <a:srgbClr val="FFFFFF"/>
                </a:solidFill>
                <a:latin typeface="Arial"/>
                <a:ea typeface="Arial"/>
                <a:cs typeface="Arial"/>
              </a:defRPr>
            </a:lvl9pPr>
          </a:lstStyle>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Giá vốn · phản hồi có nhãn · thử nghiệm hành động</a:t>
            </a:r>
          </a:p>
        </p:txBody>
      </p:sp>
      <p:sp>
        <p:nvSpPr>
          <p:cNvPr id="8" name="">
            <a:extLst xmlns:a="http://schemas.openxmlformats.org/drawingml/2006/main">
              <a:ext uri="{FF2B5EF4-FFF2-40B4-BE49-F238E27FC236}">
                <a16:creationId xmlns:a16="http://schemas.microsoft.com/office/drawing/2014/main" id="{A5E48F74-8E18-47D8-A561-5230B1BF567A}"/>
              </a:ext>
            </a:extLst>
          </p:cNvPr>
          <p:cNvSpPr>
            <a:spLocks xmlns:a="http://schemas.openxmlformats.org/drawingml/2006/main" noGrp="1"/>
          </p:cNvSpPr>
          <p:nvPr/>
        </p:nvSpPr>
        <p:spPr>
          <a:xfrm xmlns:a="http://schemas.openxmlformats.org/drawingml/2006/main">
            <a:off x="838200" y="62865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defPPr algn="l">
              <a:defRPr sz="1350" b="0">
                <a:solidFill>
                  <a:srgbClr val="C9DED5"/>
                </a:solidFill>
                <a:latin typeface="Arial"/>
                <a:ea typeface="Arial"/>
                <a:cs typeface="Arial"/>
              </a:defRPr>
            </a:defPPr>
            <a:lvl1pPr algn="l">
              <a:defRPr sz="1350" b="0">
                <a:solidFill>
                  <a:srgbClr val="C9DED5"/>
                </a:solidFill>
                <a:latin typeface="Arial"/>
                <a:ea typeface="Arial"/>
                <a:cs typeface="Arial"/>
              </a:defRPr>
            </a:lvl1pPr>
            <a:lvl2pPr algn="l">
              <a:defRPr sz="1350" b="0">
                <a:solidFill>
                  <a:srgbClr val="C9DED5"/>
                </a:solidFill>
                <a:latin typeface="Arial"/>
                <a:ea typeface="Arial"/>
                <a:cs typeface="Arial"/>
              </a:defRPr>
            </a:lvl2pPr>
            <a:lvl3pPr algn="l">
              <a:defRPr sz="1350" b="0">
                <a:solidFill>
                  <a:srgbClr val="C9DED5"/>
                </a:solidFill>
                <a:latin typeface="Arial"/>
                <a:ea typeface="Arial"/>
                <a:cs typeface="Arial"/>
              </a:defRPr>
            </a:lvl3pPr>
            <a:lvl4pPr algn="l">
              <a:defRPr sz="1350" b="0">
                <a:solidFill>
                  <a:srgbClr val="C9DED5"/>
                </a:solidFill>
                <a:latin typeface="Arial"/>
                <a:ea typeface="Arial"/>
                <a:cs typeface="Arial"/>
              </a:defRPr>
            </a:lvl4pPr>
            <a:lvl5pPr algn="l">
              <a:defRPr sz="1350" b="0">
                <a:solidFill>
                  <a:srgbClr val="C9DED5"/>
                </a:solidFill>
                <a:latin typeface="Arial"/>
                <a:ea typeface="Arial"/>
                <a:cs typeface="Arial"/>
              </a:defRPr>
            </a:lvl5pPr>
            <a:lvl6pPr algn="l">
              <a:defRPr sz="1350" b="0">
                <a:solidFill>
                  <a:srgbClr val="C9DED5"/>
                </a:solidFill>
                <a:latin typeface="Arial"/>
                <a:ea typeface="Arial"/>
                <a:cs typeface="Arial"/>
              </a:defRPr>
            </a:lvl6pPr>
            <a:lvl7pPr algn="l">
              <a:defRPr sz="1350" b="0">
                <a:solidFill>
                  <a:srgbClr val="C9DED5"/>
                </a:solidFill>
                <a:latin typeface="Arial"/>
                <a:ea typeface="Arial"/>
                <a:cs typeface="Arial"/>
              </a:defRPr>
            </a:lvl7pPr>
            <a:lvl8pPr algn="l">
              <a:defRPr sz="1350" b="0">
                <a:solidFill>
                  <a:srgbClr val="C9DED5"/>
                </a:solidFill>
                <a:latin typeface="Arial"/>
                <a:ea typeface="Arial"/>
                <a:cs typeface="Arial"/>
              </a:defRPr>
            </a:lvl8pPr>
            <a:lvl9pPr algn="l">
              <a:defRPr sz="1350" b="0">
                <a:solidFill>
                  <a:srgbClr val="C9DED5"/>
                </a:solidFill>
                <a:latin typeface="Arial"/>
                <a:ea typeface="Arial"/>
                <a:cs typeface="Arial"/>
              </a:defRPr>
            </a:lvl9pPr>
          </a:lstStyle>
          <a:p xmlns:a="http://schemas.openxmlformats.org/drawingml/2006/main">
            <a:pPr algn="l">
              <a:defRPr sz="1350" b="0">
                <a:solidFill>
                  <a:srgbClr val="C9DED5"/>
                </a:solidFill>
                <a:latin typeface="Arial"/>
                <a:ea typeface="Arial"/>
                <a:cs typeface="Arial"/>
              </a:defRPr>
            </a:pPr>
            <a:r>
              <a:rPr sz="1350" b="0">
                <a:solidFill>
                  <a:srgbClr val="C9DED5"/>
                </a:solidFill>
                <a:latin typeface="Arial"/>
                <a:ea typeface="Arial"/>
                <a:cs typeface="Arial"/>
              </a:rPr>
              <a:t>Cảm ơn. Mời thầy/cô đặt câu hỏi.</a:t>
            </a:r>
          </a:p>
        </p:txBody>
      </p:sp>
    </p:spTree>
    <p:extLst>
      <p:ext uri="{BB962C8B-B14F-4D97-AF65-F5344CB8AC3E}">
        <p14:creationId xmlns:p14="http://schemas.microsoft.com/office/powerpoint/2010/main" val="1781348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2026-10-28T18:37:54.9300000Z</dcterms:created>
  <dcterms:modified xsi:type="dcterms:W3CDTF">2026-10-28T18:37:54.9300000Z</dcterms:modified>
</coreProperties>
</file>